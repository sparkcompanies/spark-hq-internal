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8c15e987-51c0-f187-f9b0-68f11a8578c7}">
          <p14:sldIdLst>
            <p14:sldId id="256"/>
          </p14:sldIdLst>
        </p14:section>
        <p14:section name="Divider" id="{c292773a-1e8d-3f55-63d9-4928bcf20038}">
          <p14:sldIdLst>
            <p14:sldId id="257"/>
          </p14:sldIdLst>
        </p14:section>
        <p14:section name="Content" id="{5c653fb8-f142-380d-63f6-e7fe8b08edf1}">
          <p14:sldIdLst>
            <p14:sldId id="258"/>
          </p14:sldIdLst>
        </p14:section>
        <p14:section name="Numbers" id="{5b52ff87-5b03-854f-1931-5878fae6947b}">
          <p14:sldIdLst>
            <p14:sldId id="259"/>
          </p14:sldIdLst>
        </p14:section>
        <p14:section name="Close" id="{1baab593-9452-b5f9-beb3-4710e8415167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gold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38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cardDot1"/>
          <p:cNvSpPr/>
          <p:nvPr/>
        </p:nvSpPr>
        <p:spPr>
          <a:xfrm>
            <a:off x="932688" y="1965960"/>
            <a:ext cx="384048" cy="38404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871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Headline one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71216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300" dirty="0"/>
          </a:p>
        </p:txBody>
      </p:sp>
      <p:sp>
        <p:nvSpPr>
          <p:cNvPr id="8" name="card2"/>
          <p:cNvSpPr/>
          <p:nvPr/>
        </p:nvSpPr>
        <p:spPr>
          <a:xfrm>
            <a:off x="4370832" y="1691640"/>
            <a:ext cx="3438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cardDot2"/>
          <p:cNvSpPr/>
          <p:nvPr/>
        </p:nvSpPr>
        <p:spPr>
          <a:xfrm>
            <a:off x="4645152" y="1965960"/>
            <a:ext cx="384048" cy="38404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4871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Headline two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871216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300" dirty="0"/>
          </a:p>
        </p:txBody>
      </p:sp>
      <p:sp>
        <p:nvSpPr>
          <p:cNvPr id="13" name="card3"/>
          <p:cNvSpPr/>
          <p:nvPr/>
        </p:nvSpPr>
        <p:spPr>
          <a:xfrm>
            <a:off x="8083296" y="1691640"/>
            <a:ext cx="343814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cardDot3"/>
          <p:cNvSpPr/>
          <p:nvPr/>
        </p:nvSpPr>
        <p:spPr>
          <a:xfrm>
            <a:off x="8357616" y="1965960"/>
            <a:ext cx="384048" cy="38404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76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48716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Headline three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871216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2026-10-21T21:48:47Z</dcterms:created>
  <dcterms:modified xsi:type="dcterms:W3CDTF">2026-10-21T21:48:47Z</dcterms:modified>
</cp:coreProperties>
</file>