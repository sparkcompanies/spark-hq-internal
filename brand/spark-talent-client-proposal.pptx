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4771c78-5868-3a3b-18d0-dad5f17bea51}">
          <p14:sldIdLst>
            <p14:sldId id="256"/>
          </p14:sldIdLst>
        </p14:section>
        <p14:section name="Understanding" id="{d75b674b-a668-8313-c469-398564657a11}">
          <p14:sldIdLst>
            <p14:sldId id="257"/>
            <p14:sldId id="258"/>
          </p14:sldIdLst>
        </p14:section>
        <p14:section name="Approach" id="{1cbdb89a-b29d-e712-a26d-5aad8f452921}">
          <p14:sldIdLst>
            <p14:sldId id="259"/>
          </p14:sldIdLst>
        </p14:section>
        <p14:section name="Proof" id="{234a4d6c-5cf0-943a-143b-3e9d3d9a0c8a}">
          <p14:sldIdLst>
            <p14:sldId id="260"/>
          </p14:sldIdLst>
        </p14:section>
        <p14:section name="Commercials" id="{385e9ac9-1290-d46b-8dce-efe4a438e805}">
          <p14:sldIdLst>
            <p14:sldId id="261"/>
          </p14:sldIdLst>
        </p14:section>
        <p14:section name="Close" id="{752fd4f9-338c-89aa-c805-448d0b15e259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11934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FCD20E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talent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12571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CD20E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talen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4907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CD20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SPARK TALENT ACQUISITION™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CD20E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recognize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FCD20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FCD20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CD20E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Talent Acquisition">
  <a:themeElements>
    <a:clrScheme name="Spark Talent Acquisition">
      <a:dk1>
        <a:srgbClr val="000000"/>
      </a:dk1>
      <a:lt1>
        <a:srgbClr val="FFFFFF"/>
      </a:lt1>
      <a:dk2>
        <a:srgbClr val="3B3527"/>
      </a:dk2>
      <a:lt2>
        <a:srgbClr val="FAF9F6"/>
      </a:lt2>
      <a:accent1>
        <a:srgbClr val="FCD20E"/>
      </a:accent1>
      <a:accent2>
        <a:srgbClr val="FFE04A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Spark Talent Acquisition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Spark Talent Acquisition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Talent Acquisition template</dc:title>
  <dc:subject>PptxGenJS Presentation</dc:subject>
  <dc:creator>Spark Talent Acquisition</dc:creator>
  <cp:lastModifiedBy>Spark Talent Acquisition</cp:lastModifiedBy>
  <cp:revision>1</cp:revision>
  <dcterms:created xsi:type="dcterms:W3CDTF">2026-10-22T15:25:18Z</dcterms:created>
  <dcterms:modified xsi:type="dcterms:W3CDTF">2026-10-22T15:25:18Z</dcterms:modified>
</cp:coreProperties>
</file>