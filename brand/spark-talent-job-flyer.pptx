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at 8.5 x 11. Replace the QR box with a real apply code before printing - a flyer with a dead code is worse than no flyer.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1446581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4173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CD2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 HIRING</a:t>
            </a:r>
            <a:endParaRPr lang="en-US" sz="1300" dirty="0"/>
          </a:p>
        </p:txBody>
      </p:sp>
      <p:sp>
        <p:nvSpPr>
          <p:cNvPr id="4" name="role"/>
          <p:cNvSpPr/>
          <p:nvPr/>
        </p:nvSpPr>
        <p:spPr>
          <a:xfrm>
            <a:off x="566928" y="1783080"/>
            <a:ext cx="663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[ROLE TITLE]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566928" y="3154680"/>
            <a:ext cx="663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$00.00 / HOUR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66928" y="3858768"/>
            <a:ext cx="1005840" cy="45720"/>
          </a:xfrm>
          <a:prstGeom prst="rect">
            <a:avLst/>
          </a:prstGeom>
          <a:solidFill>
            <a:srgbClr val="FCD20E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069080"/>
            <a:ext cx="6638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[Shift]   ·   [City, State]   ·   Starts [date]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66344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CD2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WOULD BE DOING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" y="5047488"/>
            <a:ext cx="91440" cy="9144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9651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the actual work.]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" y="5376672"/>
            <a:ext cx="91440" cy="9144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5294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[Another line.]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" y="5705856"/>
            <a:ext cx="91440" cy="9144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5623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 third line.]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17220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CD2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NEED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" y="6556248"/>
            <a:ext cx="91440" cy="9144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64739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[Experience or certification.]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" y="6885432"/>
            <a:ext cx="91440" cy="9144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6803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[Physical or schedule requirement.]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85216" y="7214616"/>
            <a:ext cx="91440" cy="9144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" y="7132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[Nice to have.]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7818120"/>
            <a:ext cx="7772400" cy="224028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8028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8302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Call or text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8503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614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000-000-0000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566928" y="8979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[yoursite.com/apply]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9272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Walk-ins welcome at [address].</a:t>
            </a:r>
            <a:endParaRPr lang="en-US" sz="1100" dirty="0"/>
          </a:p>
        </p:txBody>
      </p:sp>
      <p:sp>
        <p:nvSpPr>
          <p:cNvPr id="28" name="qrSlot"/>
          <p:cNvSpPr/>
          <p:nvPr/>
        </p:nvSpPr>
        <p:spPr>
          <a:xfrm>
            <a:off x="5724144" y="8046720"/>
            <a:ext cx="14813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24144" y="83667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Drop your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 QR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here</a:t>
            </a:r>
            <a:endParaRPr lang="en-US" sz="1100" dirty="0"/>
          </a:p>
        </p:txBody>
      </p:sp>
      <p:pic>
        <p:nvPicPr>
          <p:cNvPr id="30" name="Image 1" descr="logos/talent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625" y="9656064"/>
            <a:ext cx="834847" cy="2743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park Talent Acquisition">
  <a:themeElements>
    <a:clrScheme name="Spark Talent Acquisition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CD20E"/>
      </a:accent1>
      <a:accent2>
        <a:srgbClr val="FFE04A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Spark Talent Acquisition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Spark Talent Acquisition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Talent Acquisition job flyer</dc:title>
  <dc:subject>PptxGenJS Presentation</dc:subject>
  <dc:creator>Spark Talent Acquisition</dc:creator>
  <cp:lastModifiedBy>Spark Talent Acquisition</cp:lastModifiedBy>
  <cp:revision>1</cp:revision>
  <dcterms:created xsi:type="dcterms:W3CDTF">2026-10-22T10:50:33Z</dcterms:created>
  <dcterms:modified xsi:type="dcterms:W3CDTF">2026-10-22T10:50:33Z</dcterms:modified>
</cp:coreProperties>
</file>