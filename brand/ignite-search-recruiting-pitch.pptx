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3cf1d9ec-35ae-8422-e63e-11bde537d795}">
          <p14:sldIdLst>
            <p14:sldId id="256"/>
          </p14:sldIdLst>
        </p14:section>
        <p14:section name="Who" id="{22e3fc13-b65c-7416-c3bb-78688d2fdb9d}">
          <p14:sldIdLst>
            <p14:sldId id="257"/>
            <p14:sldId id="258"/>
          </p14:sldIdLst>
        </p14:section>
        <p14:section name="Role" id="{06f67231-5c10-5f0a-bcf3-3f121abaef57}">
          <p14:sldIdLst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92731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2D416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2D41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COME BUILD WITH US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[Role] · [Location]. Replace with the one sentence that would make the right person keep reading.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IGNITE SEARCH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Who we are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Seven brands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Staffing, search, packaging, IT and creative under one roof.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Since 2013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Spark Talent came first. The portfolio formed in 2023.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Inc. 5000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Named to America’s fastest-growing private companies.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By the numbers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ON PAYROLL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BRANDS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SINCE</a:t>
            </a:r>
            <a:endParaRPr lang="en-US" sz="1200" dirty="0"/>
          </a:p>
        </p:txBody>
      </p:sp>
      <p:sp>
        <p:nvSpPr>
          <p:cNvPr id="11" name="n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Check these against Headcount before you present. Stale numbers are worse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2D416"/>
                </a:solidFill>
              </a:rPr>
              <a:t>THE ROLE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WHAT YOU WOULD DO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job, honestly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work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they will actually spend Tuesday doing.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hard part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it. Candidates trust a pitch that admits one.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good looks like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How success is measured in the first ninety days.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2D416"/>
                </a:solidFill>
              </a:rPr>
              <a:t>JUST WATCH US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Finish with the next step and the name of the person they will actually speak to.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gnite Search">
  <a:themeElements>
    <a:clrScheme name="Ignite Search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2D416"/>
      </a:accent1>
      <a:accent2>
        <a:srgbClr val="FFE94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Ignite Search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Ignite 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Search template</dc:title>
  <dc:subject>PptxGenJS Presentation</dc:subject>
  <dc:creator>Ignite Search</dc:creator>
  <cp:lastModifiedBy>Ignite Search</cp:lastModifiedBy>
  <cp:revision>1</cp:revision>
  <dcterms:created xsi:type="dcterms:W3CDTF">2026-10-22T01:27:55Z</dcterms:created>
  <dcterms:modified xsi:type="dcterms:W3CDTF">2026-10-22T01:27:55Z</dcterms:modified>
</cp:coreProperties>
</file>