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62c4ad4-b34a-0c62-f25c-de92a9623b50}">
          <p14:sldIdLst>
            <p14:sldId id="256"/>
            <p14:sldId id="257"/>
          </p14:sldIdLst>
        </p14:section>
        <p14:section name="Detail" id="{9583eab5-64d6-10ca-f98f-02efb15a9a51}">
          <p14:sldIdLst>
            <p14:sldId id="258"/>
            <p14:sldId id="259"/>
            <p14:sldId id="260"/>
          </p14:sldIdLst>
        </p14:section>
        <p14:section name="Ahead" id="{5ed647bf-2b12-ede7-c4e8-4c48ddc65a46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F2D2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306117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2D21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2D216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IGNITE SEARCH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D216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2D216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gnite Search">
  <a:themeElements>
    <a:clrScheme name="Ignite Search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2D216"/>
      </a:accent1>
      <a:accent2>
        <a:srgbClr val="FFE94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Ignite Search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Ignite 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Search template</dc:title>
  <dc:subject>PptxGenJS Presentation</dc:subject>
  <dc:creator>Ignite Search</dc:creator>
  <cp:lastModifiedBy>Ignite Search</cp:lastModifiedBy>
  <cp:revision>1</cp:revision>
  <dcterms:created xsi:type="dcterms:W3CDTF">2026-10-22T02:03:01Z</dcterms:created>
  <dcterms:modified xsi:type="dcterms:W3CDTF">2026-10-22T02:03:01Z</dcterms:modified>
</cp:coreProperties>
</file>