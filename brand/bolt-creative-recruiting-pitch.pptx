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d498e6a3-fbed-546b-65b4-79006dae51ab}">
          <p14:sldIdLst>
            <p14:sldId id="256"/>
          </p14:sldIdLst>
        </p14:section>
        <p14:section name="Who" id="{2ee2022f-f393-bb7f-4d2f-3b9faa7d52b1}">
          <p14:sldIdLst>
            <p14:sldId id="257"/>
            <p14:sldId id="258"/>
          </p14:sldIdLst>
        </p14:section>
        <p14:section name="Role" id="{7c7b0059-ebd2-2598-988a-775af7c2d41b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667512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C6FF3D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6FF3D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BOLT CREATIVE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FF3D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C6FF3D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t Creative">
  <a:themeElements>
    <a:clrScheme name="Bolt Creative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C6FF3D"/>
      </a:accent1>
      <a:accent2>
        <a:srgbClr val="DCFF84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Bolt Creativ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Bolt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Creative template</dc:title>
  <dc:subject>PptxGenJS Presentation</dc:subject>
  <dc:creator>Bolt Creative</dc:creator>
  <cp:lastModifiedBy>Bolt Creative</cp:lastModifiedBy>
  <cp:revision>1</cp:revision>
  <dcterms:created xsi:type="dcterms:W3CDTF">2026-10-22T01:27:59Z</dcterms:created>
  <dcterms:modified xsi:type="dcterms:W3CDTF">2026-10-22T01:27:59Z</dcterms:modified>
</cp:coreProperties>
</file>