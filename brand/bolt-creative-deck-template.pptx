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342ac97-10bd-5851-da6f-9c1fd78a56ed}">
          <p14:sldIdLst>
            <p14:sldId id="256"/>
          </p14:sldIdLst>
        </p14:section>
        <p14:section name="Divider" id="{b98631ad-a471-01c8-5e8c-d6ec43236f02}">
          <p14:sldIdLst>
            <p14:sldId id="257"/>
          </p14:sldIdLst>
        </p14:section>
        <p14:section name="Content" id="{0c0b310c-0155-d60a-53a7-aeebb2b34162}">
          <p14:sldIdLst>
            <p14:sldId id="258"/>
          </p14:sldIdLst>
        </p14:section>
        <p14:section name="Numbers" id="{1a494cd6-437e-2a09-f188-ec3871aab21c}">
          <p14:sldIdLst>
            <p14:sldId id="259"/>
          </p14:sldIdLst>
        </p14:section>
        <p14:section name="Close" id="{acd01e1a-6645-4332-af33-1bdd7874e9a3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667512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C6FF3D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bol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27523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6FF3D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37673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BOLT CREATIVE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FF3D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C6FF3D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t Creative">
  <a:themeElements>
    <a:clrScheme name="Bolt Creative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C6FF3D"/>
      </a:accent1>
      <a:accent2>
        <a:srgbClr val="DCFF84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Bolt Creativ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Bolt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Creative template</dc:title>
  <dc:subject>PptxGenJS Presentation</dc:subject>
  <dc:creator>Bolt Creative</dc:creator>
  <cp:lastModifiedBy>Bolt Creative</cp:lastModifiedBy>
  <cp:revision>1</cp:revision>
  <dcterms:created xsi:type="dcterms:W3CDTF">2026-10-22T01:27:58Z</dcterms:created>
  <dcterms:modified xsi:type="dcterms:W3CDTF">2026-10-22T01:27:58Z</dcterms:modified>
</cp:coreProperties>
</file>