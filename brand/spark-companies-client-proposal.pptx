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a54f83a8-58da-9828-ca7b-3a5737e0501a}">
          <p14:sldIdLst>
            <p14:sldId id="256"/>
          </p14:sldIdLst>
        </p14:section>
        <p14:section name="Understanding" id="{352952aa-6e50-8fb9-c0dd-aac51f482f89}">
          <p14:sldIdLst>
            <p14:sldId id="257"/>
            <p14:sldId id="258"/>
          </p14:sldIdLst>
        </p14:section>
        <p14:section name="Approach" id="{19bce8dc-ced5-037f-e3d1-1b786258b824}">
          <p14:sldIdLst>
            <p14:sldId id="259"/>
          </p14:sldIdLst>
        </p14:section>
        <p14:section name="Proof" id="{1f5571e7-fc96-f6fa-4998-933556fdfca5}">
          <p14:sldIdLst>
            <p14:sldId id="260"/>
          </p14:sldIdLst>
        </p14:section>
        <p14:section name="Commercials" id="{ca954b6e-23b4-9d3b-ea07-36debd0ae724}">
          <p14:sldIdLst>
            <p14:sldId id="261"/>
          </p14:sldIdLst>
        </p14:section>
        <p14:section name="Close" id="{084085fe-a3e2-aafa-9bab-856be1bd64c2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client, not yourself. The title slide is about their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companies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2103120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FFC800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companies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1187806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companies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867766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companies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867766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FC800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companies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1187806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CLIENT NAME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A staffing partnership proposal. Replace this line with the one thing they asked you to solve.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SPARK COMPANIES®  ·  PREPARED FOR [NAME], [DATE]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C800"/>
                </a:solidFill>
              </a:rPr>
              <a:t>WHAT WE HEARD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YOUR SITUATION</a:t>
            </a:r>
            <a:endParaRPr lang="en-US" sz="5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What you told us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it back in their words. If they do not recognise it, the rest of the deck does not land.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it is costing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Overtime, missed ship dates, agency spend. Use their numbers, not ours.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you have tried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Shows you listened, and stops us pitching what already failed.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Everything after this slide has to answer what is on it.</a:t>
            </a:r>
            <a:endParaRPr lang="en-US" sz="1200" dirty="0"/>
          </a:p>
        </p:txBody>
      </p:sp>
      <p:sp>
        <p:nvSpPr>
          <p:cNvPr id="19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How we would run it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Intake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Who we talk to, what we need from you, how long it takes.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3445002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3701034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0103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01034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Sourcing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01034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Where the candidates come from and why that pool fits.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6231636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6487668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8766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87668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Screening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87668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What we check before anyone reaches your inbox.</a:t>
            </a:r>
            <a:endParaRPr lang="en-US" sz="1250" dirty="0"/>
          </a:p>
        </p:txBody>
      </p:sp>
      <p:sp>
        <p:nvSpPr>
          <p:cNvPr id="18" name="card4"/>
          <p:cNvSpPr/>
          <p:nvPr/>
        </p:nvSpPr>
        <p:spPr>
          <a:xfrm>
            <a:off x="9018270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9" name="dot4"/>
          <p:cNvSpPr/>
          <p:nvPr/>
        </p:nvSpPr>
        <p:spPr>
          <a:xfrm>
            <a:off x="9274302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7430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274302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Onboarding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74302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Day one, compliance, and who owns it.</a:t>
            </a:r>
            <a:endParaRPr lang="en-US" sz="1250" dirty="0"/>
          </a:p>
        </p:txBody>
      </p:sp>
      <p:sp>
        <p:nvSpPr>
          <p:cNvPr id="2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What that has looked like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DAYS TO FIRST SLATE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00%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FILL RATE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PLACED IN 12 MONTHS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00%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STILL THERE AT 6 MONTHS</a:t>
            </a:r>
            <a:endParaRPr lang="en-US" sz="1200" dirty="0"/>
          </a:p>
        </p:txBody>
      </p:sp>
      <p:sp>
        <p:nvSpPr>
          <p:cNvPr id="11" name="proof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Use figures you can stand behind for a comparable account. Vague numbers do more harm than none.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What it costs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37360"/>
          <a:ext cx="10872216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831336"/>
                <a:gridCol w="2926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Service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Basis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Rate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Contract staffing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Hourly bill rate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0.0x markup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Contract to hire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Converts after [N] days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Conversion fee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Direct hire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% of first-year salary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00%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Swap in the agreed commercial terms before this goes anywhere near a client.</a:t>
            </a:r>
            <a:endParaRPr lang="en-US" sz="1200" dirty="0"/>
          </a:p>
        </p:txBody>
      </p:sp>
      <p:sp>
        <p:nvSpPr>
          <p:cNvPr id="5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FC800"/>
                </a:solidFill>
              </a:rPr>
              <a:t>WHAT HAPPENS NEXT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End on a dated, specific next step with a name against it. Not “let us know”.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 Companies">
  <a:themeElements>
    <a:clrScheme name="Spark Companies">
      <a:dk1>
        <a:srgbClr val="0D0E1A"/>
      </a:dk1>
      <a:lt1>
        <a:srgbClr val="FFFFFF"/>
      </a:lt1>
      <a:dk2>
        <a:srgbClr val="3B3527"/>
      </a:dk2>
      <a:lt2>
        <a:srgbClr val="FAF9F6"/>
      </a:lt2>
      <a:accent1>
        <a:srgbClr val="FFC800"/>
      </a:accent1>
      <a:accent2>
        <a:srgbClr val="FFD513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Spark Companies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Spark Companies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Companies template</dc:title>
  <dc:subject>PptxGenJS Presentation</dc:subject>
  <dc:creator>Spark Companies</dc:creator>
  <cp:lastModifiedBy>Spark Companies</cp:lastModifiedBy>
  <cp:revision>1</cp:revision>
  <dcterms:created xsi:type="dcterms:W3CDTF">2026-10-22T01:27:53Z</dcterms:created>
  <dcterms:modified xsi:type="dcterms:W3CDTF">2026-10-22T01:27:53Z</dcterms:modified>
</cp:coreProperties>
</file>