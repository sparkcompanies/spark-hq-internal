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38fa4fa6-eb51-6cba-0b3a-9bea3d6f86a8}">
          <p14:sldIdLst>
            <p14:sldId id="256"/>
          </p14:sldIdLst>
        </p14:section>
        <p14:section name="Understanding" id="{f141f931-1c5b-41f7-43b4-a7f697f02829}">
          <p14:sldIdLst>
            <p14:sldId id="257"/>
            <p14:sldId id="258"/>
          </p14:sldIdLst>
        </p14:section>
        <p14:section name="Approach" id="{d76f3212-5273-ce6b-107f-0573a47ab632}">
          <p14:sldIdLst>
            <p14:sldId id="259"/>
          </p14:sldIdLst>
        </p14:section>
        <p14:section name="Proof" id="{629e7cae-a097-bb25-18bb-e444b7be9b2e}">
          <p14:sldIdLst>
            <p14:sldId id="260"/>
          </p14:sldIdLst>
        </p14:section>
        <p14:section name="Commercials" id="{b6bf8303-a93c-0fbc-d814-85c74734c69c}">
          <p14:sldIdLst>
            <p14:sldId id="261"/>
          </p14:sldIdLst>
        </p14:section>
        <p14:section name="Close" id="{152f1c6b-df16-b0e2-7b28-7ff2061d98e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mpanies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03120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C800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C800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companies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18780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C800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companies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7766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companies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7766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C800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companies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18780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C80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COMPANIES®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C800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C800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Companies">
  <a:themeElements>
    <a:clrScheme name="Spark Companies">
      <a:dk1>
        <a:srgbClr val="0D0E1A"/>
      </a:dk1>
      <a:lt1>
        <a:srgbClr val="FFFFFF"/>
      </a:lt1>
      <a:dk2>
        <a:srgbClr val="3B3527"/>
      </a:dk2>
      <a:lt2>
        <a:srgbClr val="FAF9F6"/>
      </a:lt2>
      <a:accent1>
        <a:srgbClr val="FFC800"/>
      </a:accent1>
      <a:accent2>
        <a:srgbClr val="FFD513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Companie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Spark Companies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Companies template</dc:title>
  <dc:subject>PptxGenJS Presentation</dc:subject>
  <dc:creator>Spark Companies</dc:creator>
  <cp:lastModifiedBy>Spark Companies</cp:lastModifiedBy>
  <cp:revision>1</cp:revision>
  <dcterms:created xsi:type="dcterms:W3CDTF">2026-10-22T15:25:17Z</dcterms:created>
  <dcterms:modified xsi:type="dcterms:W3CDTF">2026-10-22T15:25:17Z</dcterms:modified>
</cp:coreProperties>
</file>