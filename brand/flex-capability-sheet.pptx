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leave-behind, not a brochure. One page, one brand, one contact. If you need two pages, it is a proposal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057400"/>
          </a:xfrm>
          <a:prstGeom prst="rect">
            <a:avLst/>
          </a:prstGeom>
          <a:solidFill>
            <a:srgbClr val="0C2745"/>
          </a:solidFill>
          <a:ln/>
        </p:spPr>
      </p:sp>
      <p:pic>
        <p:nvPicPr>
          <p:cNvPr id="3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482242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188720"/>
            <a:ext cx="6638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what this brand does and who for.]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2057400"/>
            <a:ext cx="7772400" cy="64008"/>
          </a:xfrm>
          <a:prstGeom prst="rect">
            <a:avLst/>
          </a:prstGeom>
          <a:solidFill>
            <a:srgbClr val="EC8F2F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2377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C27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card1"/>
          <p:cNvSpPr/>
          <p:nvPr/>
        </p:nvSpPr>
        <p:spPr>
          <a:xfrm>
            <a:off x="566928" y="2724912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999232"/>
            <a:ext cx="310896" cy="310896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25296" y="288036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one]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25296" y="314553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sentence a client would recognise, not a category name.]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66928" y="3712464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986784"/>
            <a:ext cx="310896" cy="310896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5296" y="3867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two]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413308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[What it is and when it is the right call.]</a:t>
            </a:r>
            <a:endParaRPr lang="en-US" sz="1150" dirty="0"/>
          </a:p>
        </p:txBody>
      </p:sp>
      <p:sp>
        <p:nvSpPr>
          <p:cNvPr id="17" name="card3"/>
          <p:cNvSpPr/>
          <p:nvPr/>
        </p:nvSpPr>
        <p:spPr>
          <a:xfrm>
            <a:off x="566928" y="4700016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" y="4974336"/>
            <a:ext cx="310896" cy="310896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25296" y="4855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three]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1206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[Keep each card to two lines so the row stays even.]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C27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66928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PAYROLL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26564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2226564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86200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3886200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45836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545836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6967728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these against Headcount before you hand this to anyone.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" y="73609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C27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7680960"/>
            <a:ext cx="6638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[Roles, industries and geography. Be specific - a list of everything reads as a list of nothing.]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8549640"/>
            <a:ext cx="7772400" cy="1417320"/>
          </a:xfrm>
          <a:prstGeom prst="rect">
            <a:avLst/>
          </a:prstGeom>
          <a:solidFill>
            <a:srgbClr val="0C2745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877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EC8F2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9052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[Name, title]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6928" y="9326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[email]   ·   [phone]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25312" y="9281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#JWU</a:t>
            </a:r>
            <a:endParaRPr lang="en-US" sz="2600" dirty="0"/>
          </a:p>
        </p:txBody>
      </p:sp>
      <p:sp>
        <p:nvSpPr>
          <p:cNvPr id="39" name="Shape 36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Flex Workforce Solutions">
  <a:themeElements>
    <a:clrScheme name="Flex Workforce Solutions">
      <a:dk1>
        <a:srgbClr val="0C2745"/>
      </a:dk1>
      <a:lt1>
        <a:srgbClr val="FFFFFF"/>
      </a:lt1>
      <a:dk2>
        <a:srgbClr val="3B3527"/>
      </a:dk2>
      <a:lt2>
        <a:srgbClr val="FAF9F6"/>
      </a:lt2>
      <a:accent1>
        <a:srgbClr val="EC8F2F"/>
      </a:accent1>
      <a:accent2>
        <a:srgbClr val="F7AE5E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Flex Workforce Solution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Flex Workforce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Workforce Solutions capability sheet</dc:title>
  <dc:subject>PptxGenJS Presentation</dc:subject>
  <dc:creator>Flex Workforce Solutions</dc:creator>
  <cp:lastModifiedBy>Flex Workforce Solutions</cp:lastModifiedBy>
  <cp:revision>1</cp:revision>
  <dcterms:created xsi:type="dcterms:W3CDTF">2026-10-22T10:50:35Z</dcterms:created>
  <dcterms:modified xsi:type="dcterms:W3CDTF">2026-10-22T10:50:35Z</dcterms:modified>
</cp:coreProperties>
</file>