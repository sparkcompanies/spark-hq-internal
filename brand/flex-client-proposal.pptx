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485e423a-9c2e-c2ff-4021-7182a95d1fc0}">
          <p14:sldIdLst>
            <p14:sldId id="256"/>
          </p14:sldIdLst>
        </p14:section>
        <p14:section name="Understanding" id="{038abd4c-188e-8c39-a95a-5950264abd1b}">
          <p14:sldIdLst>
            <p14:sldId id="257"/>
            <p14:sldId id="258"/>
          </p14:sldIdLst>
        </p14:section>
        <p14:section name="Approach" id="{7bf451a0-cfc5-6e92-c6c1-46a79674986a}">
          <p14:sldIdLst>
            <p14:sldId id="259"/>
          </p14:sldIdLst>
        </p14:section>
        <p14:section name="Proof" id="{42195672-ee65-7842-96cf-a530545ee53b}">
          <p14:sldIdLst>
            <p14:sldId id="260"/>
          </p14:sldIdLst>
        </p14:section>
        <p14:section name="Commercials" id="{91347512-2801-1c4a-47f6-dd2e66fc6cef}">
          <p14:sldIdLst>
            <p14:sldId id="261"/>
          </p14:sldIdLst>
        </p14:section>
        <p14:section name="Close" id="{1256ed57-7541-6946-3d5b-1a65fd99bdca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04949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EC8F2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EC8F2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FLEX WORKFORCE SOLUTIONS™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C8F2F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recognise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7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EC8F2F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x Workforce Solutions">
  <a:themeElements>
    <a:clrScheme name="Flex Workforce Solutions">
      <a:dk1>
        <a:srgbClr val="0C2745"/>
      </a:dk1>
      <a:lt1>
        <a:srgbClr val="FFFFFF"/>
      </a:lt1>
      <a:dk2>
        <a:srgbClr val="3B3527"/>
      </a:dk2>
      <a:lt2>
        <a:srgbClr val="FAF9F6"/>
      </a:lt2>
      <a:accent1>
        <a:srgbClr val="EC8F2F"/>
      </a:accent1>
      <a:accent2>
        <a:srgbClr val="F7AE5E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Flex Workforce Solution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Flex Workforce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Flex Workforce Solutions template</dc:title>
  <dc:subject>PptxGenJS Presentation</dc:subject>
  <dc:creator>Flex Workforce Solutions</dc:creator>
  <cp:lastModifiedBy>Flex Workforce Solutions</cp:lastModifiedBy>
  <cp:revision>1</cp:revision>
  <dcterms:created xsi:type="dcterms:W3CDTF">2026-10-22T02:03:03Z</dcterms:created>
  <dcterms:modified xsi:type="dcterms:W3CDTF">2026-10-22T02:03:03Z</dcterms:modified>
</cp:coreProperties>
</file>