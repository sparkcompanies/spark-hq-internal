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a81bb4c-1cd3-8dc2-3650-2cdf4bafb86c}">
          <p14:sldIdLst>
            <p14:sldId id="256"/>
          </p14:sldIdLst>
        </p14:section>
        <p14:section name="Understanding" id="{76fbd8ca-c828-a1e5-4537-690766ae93a1}">
          <p14:sldIdLst>
            <p14:sldId id="257"/>
            <p14:sldId id="258"/>
          </p14:sldIdLst>
        </p14:section>
        <p14:section name="Approach" id="{daa77bf3-1493-72a3-a66a-9757d8621037}">
          <p14:sldIdLst>
            <p14:sldId id="259"/>
          </p14:sldIdLst>
        </p14:section>
        <p14:section name="Proof" id="{bd39e6d1-5eea-049a-75c6-bbf384224dd1}">
          <p14:sldIdLst>
            <p14:sldId id="260"/>
          </p14:sldIdLst>
        </p14:section>
        <p14:section name="Commercials" id="{60c50477-c8cd-b8b5-1546-6fa29d10c19c}">
          <p14:sldIdLst>
            <p14:sldId id="261"/>
          </p14:sldIdLst>
        </p14:section>
        <p14:section name="Close" id="{e83f286e-aabc-cf9a-230f-decc253c2e7a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client, not yourself. The title slide is about their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48640"/>
            <a:ext cx="2292401" cy="7269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spc="200" kern="0" dirty="0">
                <a:solidFill>
                  <a:srgbClr val="8A8474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400" kern="0" dirty="0">
                <a:solidFill>
                  <a:srgbClr val="EC8F2F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85216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  <p:sp>
        <p:nvSpPr>
          <p:cNvPr id="6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6F6A5D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logos/flex-on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6768" y="6053328"/>
            <a:ext cx="946404" cy="299923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rgbClr val="9A9486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C27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EC8F2F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C9C3B4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pic>
        <p:nvPicPr>
          <p:cNvPr id="4" name="Image 0" descr="logos/flex-on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5760720"/>
            <a:ext cx="1294790" cy="410566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EC8F2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58368" y="224028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800" dirty="0">
                <a:solidFill>
                  <a:schemeClr val="bg1"/>
                </a:solidFill>
              </a:rPr>
              <a:t>CLIENT NAME</a:t>
            </a:r>
            <a:endParaRPr lang="en-US" sz="68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658368" y="4297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C3B4"/>
                </a:solidFill>
              </a:rPr>
              <a:t>A staffing partnership proposal. Replace this line with the one thing they asked you to solve.</a:t>
            </a:r>
            <a:endParaRPr lang="en-US" sz="1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658368" y="5897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8A8474"/>
                </a:solidFill>
              </a:rPr>
              <a:t>FLEX WORKFORCE SOLUTIONS™  ·  PREPARED FOR [NAME], [DATE]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58368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C8F2F"/>
                </a:solidFill>
              </a:rPr>
              <a:t>WHAT WE HEARD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58368" y="301752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dirty="0">
                <a:solidFill>
                  <a:schemeClr val="bg1"/>
                </a:solidFill>
              </a:rPr>
              <a:t>YOUR SITUATION</a:t>
            </a:r>
            <a:endParaRPr lang="en-US" sz="5600" dirty="0"/>
          </a:p>
        </p:txBody>
      </p:sp>
      <p:sp>
        <p:nvSpPr>
          <p:cNvPr id="4" name="Text 1"/>
          <p:cNvSpPr/>
          <p:nvPr>
            <p:ph idx="104" hasCustomPrompt="1"/>
          </p:nvPr>
        </p:nvSpPr>
        <p:spPr>
          <a:xfrm>
            <a:off x="658368" y="5989320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you told us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Say it back in their words. If they do not recognise it, the rest of the deck does not land.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4373880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462991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2991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29912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is costing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9912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Overtime, missed ship dates, agency spend. Use their numbers, not ours.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8089392" y="1691640"/>
            <a:ext cx="344119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834542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4542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45424" y="2459736"/>
            <a:ext cx="2929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you have tried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45424" y="2825496"/>
            <a:ext cx="2929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Shows you listened, and stops us pitching what already failed.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Everything after this slide has to answer what is on it.</a:t>
            </a:r>
            <a:endParaRPr lang="en-US" sz="1200" dirty="0"/>
          </a:p>
        </p:txBody>
      </p:sp>
      <p:sp>
        <p:nvSpPr>
          <p:cNvPr id="19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How we would run it</a:t>
            </a:r>
            <a:endParaRPr lang="en-US" sz="4000" dirty="0"/>
          </a:p>
        </p:txBody>
      </p:sp>
      <p:sp>
        <p:nvSpPr>
          <p:cNvPr id="3" name="card1"/>
          <p:cNvSpPr/>
          <p:nvPr/>
        </p:nvSpPr>
        <p:spPr>
          <a:xfrm>
            <a:off x="658368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4" name="dot1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Intake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Who we talk to, what we need from you, how long it takes.</a:t>
            </a:r>
            <a:endParaRPr lang="en-US" sz="1250" dirty="0"/>
          </a:p>
        </p:txBody>
      </p:sp>
      <p:sp>
        <p:nvSpPr>
          <p:cNvPr id="8" name="card2"/>
          <p:cNvSpPr/>
          <p:nvPr/>
        </p:nvSpPr>
        <p:spPr>
          <a:xfrm>
            <a:off x="3445002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9" name="dot2"/>
          <p:cNvSpPr/>
          <p:nvPr/>
        </p:nvSpPr>
        <p:spPr>
          <a:xfrm>
            <a:off x="3701034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0103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01034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Sourcing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01034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Where the candidates come from and why that pool fits.</a:t>
            </a:r>
            <a:endParaRPr lang="en-US" sz="1250" dirty="0"/>
          </a:p>
        </p:txBody>
      </p:sp>
      <p:sp>
        <p:nvSpPr>
          <p:cNvPr id="13" name="card3"/>
          <p:cNvSpPr/>
          <p:nvPr/>
        </p:nvSpPr>
        <p:spPr>
          <a:xfrm>
            <a:off x="6231636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4" name="dot3"/>
          <p:cNvSpPr/>
          <p:nvPr/>
        </p:nvSpPr>
        <p:spPr>
          <a:xfrm>
            <a:off x="6487668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8766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87668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Screening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87668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What we check before anyone reaches your inbox.</a:t>
            </a:r>
            <a:endParaRPr lang="en-US" sz="1250" dirty="0"/>
          </a:p>
        </p:txBody>
      </p:sp>
      <p:sp>
        <p:nvSpPr>
          <p:cNvPr id="18" name="card4"/>
          <p:cNvSpPr/>
          <p:nvPr/>
        </p:nvSpPr>
        <p:spPr>
          <a:xfrm>
            <a:off x="9018270" y="1691640"/>
            <a:ext cx="251231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  <a:effectLst>
            <a:outerShdw sx="100000" sy="100000" kx="0" ky="0" algn="bl" rotWithShape="0" blurRad="177800" dist="38100" dir="5400000">
              <a:srgbClr val="141208">
                <a:alpha val="12000"/>
              </a:srgbClr>
            </a:outerShdw>
          </a:effectLst>
        </p:spPr>
      </p:sp>
      <p:sp>
        <p:nvSpPr>
          <p:cNvPr id="19" name="dot4"/>
          <p:cNvSpPr/>
          <p:nvPr/>
        </p:nvSpPr>
        <p:spPr>
          <a:xfrm>
            <a:off x="9274302" y="1965960"/>
            <a:ext cx="365760" cy="365760"/>
          </a:xfrm>
          <a:prstGeom prst="ellipse">
            <a:avLst/>
          </a:prstGeom>
          <a:solidFill>
            <a:srgbClr val="EC8F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7430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0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274302" y="2459736"/>
            <a:ext cx="20002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Onboarding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74302" y="2825496"/>
            <a:ext cx="2000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F6A5D"/>
                </a:solidFill>
              </a:rPr>
              <a:t>Day one, compliance, and who owns it.</a:t>
            </a:r>
            <a:endParaRPr lang="en-US" sz="1250" dirty="0"/>
          </a:p>
        </p:txBody>
      </p:sp>
      <p:sp>
        <p:nvSpPr>
          <p:cNvPr id="2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that has looked like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DAYS TO FIRST SLATE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4015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6" name="Text 4"/>
          <p:cNvSpPr txBox="1"/>
          <p:nvPr/>
        </p:nvSpPr>
        <p:spPr>
          <a:xfrm>
            <a:off x="34015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FILL RATE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447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1447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PLACED IN 12 MONTHS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87968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dirty="0">
                <a:solidFill>
                  <a:srgbClr val="EC8F2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00%</a:t>
            </a:r>
            <a:endParaRPr lang="en-US" sz="7600" dirty="0"/>
          </a:p>
        </p:txBody>
      </p:sp>
      <p:sp>
        <p:nvSpPr>
          <p:cNvPr id="10" name="Text 8"/>
          <p:cNvSpPr txBox="1"/>
          <p:nvPr/>
        </p:nvSpPr>
        <p:spPr>
          <a:xfrm>
            <a:off x="8887968" y="314553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6F6A5D"/>
                </a:solidFill>
              </a:rPr>
              <a:t>STILL THERE AT 6 MONTHS</a:t>
            </a:r>
            <a:endParaRPr lang="en-US" sz="1200" dirty="0"/>
          </a:p>
        </p:txBody>
      </p:sp>
      <p:sp>
        <p:nvSpPr>
          <p:cNvPr id="11" name="proofNote"/>
          <p:cNvSpPr/>
          <p:nvPr/>
        </p:nvSpPr>
        <p:spPr>
          <a:xfrm>
            <a:off x="658368" y="4069080"/>
            <a:ext cx="10872216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7E3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3708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A5D"/>
                </a:solidFill>
              </a:rPr>
              <a:t>Use figures you can stand behind for a comparable account. Vague numbers do more harm than none.</a:t>
            </a:r>
            <a:endParaRPr lang="en-US" sz="1400" dirty="0"/>
          </a:p>
        </p:txBody>
      </p:sp>
      <p:sp>
        <p:nvSpPr>
          <p:cNvPr id="13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47548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1"/>
                </a:solidFill>
              </a:rPr>
              <a:t>What it costs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737360"/>
          <a:ext cx="10872216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831336"/>
                <a:gridCol w="2926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Service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Basis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7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staffing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Hourly bill rate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0.0x markup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Contract to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Converts after [N] days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Conversion fee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Direct hire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% of first-year salary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00%</a:t>
                      </a:r>
                      <a:endParaRPr lang="en-US" sz="14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3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" y="4206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486"/>
                </a:solidFill>
              </a:rPr>
              <a:t>Swap in the agreed commercial terms before this goes anywhere near a client.</a:t>
            </a:r>
            <a:endParaRPr lang="en-US" sz="1200" dirty="0"/>
          </a:p>
        </p:txBody>
      </p:sp>
      <p:sp>
        <p:nvSpPr>
          <p:cNvPr id="5" name="Text 0"/>
          <p:cNvSpPr/>
          <p:nvPr>
            <p:ph idx="102" hasCustomPrompt="1"/>
          </p:nvPr>
        </p:nvSpPr>
        <p:spPr>
          <a:xfrm>
            <a:off x="658368" y="6108192"/>
            <a:ext cx="54864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58368" y="2286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EC8F2F"/>
                </a:solidFill>
              </a:rPr>
              <a:t>WHAT HAPPENS NEXT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58368" y="38862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700" dirty="0">
                <a:solidFill>
                  <a:srgbClr val="C9C3B4"/>
                </a:solidFill>
              </a:rPr>
              <a:t>End on a dated, specific next step with a name against it. Not “let us know”.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ex Workforce Solutions">
  <a:themeElements>
    <a:clrScheme name="Flex Workforce Solutions">
      <a:dk1>
        <a:srgbClr val="0C2745"/>
      </a:dk1>
      <a:lt1>
        <a:srgbClr val="FFFFFF"/>
      </a:lt1>
      <a:dk2>
        <a:srgbClr val="3B3527"/>
      </a:dk2>
      <a:lt2>
        <a:srgbClr val="FAF9F6"/>
      </a:lt2>
      <a:accent1>
        <a:srgbClr val="EC8F2F"/>
      </a:accent1>
      <a:accent2>
        <a:srgbClr val="F7AE5E"/>
      </a:accent2>
      <a:accent3>
        <a:srgbClr val="FCD20E"/>
      </a:accent3>
      <a:accent4>
        <a:srgbClr val="EC8F2F"/>
      </a:accent4>
      <a:accent5>
        <a:srgbClr val="0C2745"/>
      </a:accent5>
      <a:accent6>
        <a:srgbClr val="3D3D3D"/>
      </a:accent6>
      <a:hlink>
        <a:srgbClr val="7A5D00"/>
      </a:hlink>
      <a:folHlink>
        <a:srgbClr val="9A9486"/>
      </a:folHlink>
    </a:clrScheme>
    <a:fontScheme name="Flex Workforce Solutions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entury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Flex Workforce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Flex Workforce Solutions template</dc:title>
  <dc:subject>PptxGenJS Presentation</dc:subject>
  <dc:creator>Flex Workforce Solutions</dc:creator>
  <cp:lastModifiedBy>Flex Workforce Solutions</cp:lastModifiedBy>
  <cp:revision>1</cp:revision>
  <dcterms:created xsi:type="dcterms:W3CDTF">2026-10-22T01:27:56Z</dcterms:created>
  <dcterms:modified xsi:type="dcterms:W3CDTF">2026-10-22T01:27:56Z</dcterms:modified>
</cp:coreProperties>
</file>