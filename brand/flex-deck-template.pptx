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b375dcf-6043-aad1-27a9-300b2936c3ad}">
          <p14:sldIdLst>
            <p14:sldId id="256"/>
          </p14:sldIdLst>
        </p14:section>
        <p14:section name="Divider" id="{46612abb-4396-d6bf-1e64-beaade4f1645}">
          <p14:sldIdLst>
            <p14:sldId id="257"/>
          </p14:sldIdLst>
        </p14:section>
        <p14:section name="Content" id="{0f0a554d-326a-61d8-a0c3-0c767899cc3f}">
          <p14:sldIdLst>
            <p14:sldId id="258"/>
          </p14:sldIdLst>
        </p14:section>
        <p14:section name="Numbers" id="{1a8910fa-a4af-9119-715d-e2cf5a15e49c}">
          <p14:sldIdLst>
            <p14:sldId id="259"/>
          </p14:sldIdLst>
        </p14:section>
        <p14:section name="Close" id="{8cf2d38e-889f-c6c9-bced-2f02fe6e346f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Keep the title to one line where you can - Bebas is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divider between topics in a long deck. Short decks rarely need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Three-card row. The motif across this template is the accent circle - reuse it, not accent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slide. Bebas is built for big numbers - this is where it earns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Replace the body with the actual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92401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EC8F2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9479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flex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4640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flex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4640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EC8F2F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9479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REPLACE WITH YOUR TITLE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One line on what this is and who it is for.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FLEX WORKFORCE SOLUTIONS™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C8F2F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WHERE WE ARE</a:t>
            </a:r>
            <a:endParaRPr lang="en-US" sz="56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 content slide with three cards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thing in a sentence. Keep each card to two lines so the row stays even.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two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Swap this copy out. The cards are plain shapes, so you can delete one and widen the rest.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three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If a card needs more than two lines, it probably wants its own slide.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Delete a card and widen the others rather than leaving a gap.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numbers that matter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stat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 real figures from the Charge Report or Headcount before you present this.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EC8F2F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Close on the ask, not a thank-you. What do you want them to do next?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x Workforce Solutions">
  <a:themeElements>
    <a:clrScheme name="Flex Workforce Solutions">
      <a:dk1>
        <a:srgbClr val="0C2745"/>
      </a:dk1>
      <a:lt1>
        <a:srgbClr val="FFFFFF"/>
      </a:lt1>
      <a:dk2>
        <a:srgbClr val="3B3527"/>
      </a:dk2>
      <a:lt2>
        <a:srgbClr val="FAF9F6"/>
      </a:lt2>
      <a:accent1>
        <a:srgbClr val="EC8F2F"/>
      </a:accent1>
      <a:accent2>
        <a:srgbClr val="F7AE5E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Flex Workforce Solution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Flex Workforce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 Workforce Solutions template</dc:title>
  <dc:subject>PptxGenJS Presentation</dc:subject>
  <dc:creator>Flex Workforce Solutions</dc:creator>
  <cp:lastModifiedBy>Flex Workforce Solutions</cp:lastModifiedBy>
  <cp:revision>1</cp:revision>
  <dcterms:created xsi:type="dcterms:W3CDTF">2026-10-22T01:27:57Z</dcterms:created>
  <dcterms:modified xsi:type="dcterms:W3CDTF">2026-10-22T01:27:57Z</dcterms:modified>
</cp:coreProperties>
</file>