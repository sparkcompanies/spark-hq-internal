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Cover" id="{fae0b126-b1a0-4eb7-d0d4-2132d57dc0a4}">
          <p14:sldIdLst>
            <p14:sldId id="256"/>
          </p14:sldIdLst>
        </p14:section>
        <p14:section name="Divider" id="{8099fcc4-d329-8f66-39ae-b5014c362ecb}">
          <p14:sldIdLst>
            <p14:sldId id="257"/>
          </p14:sldIdLst>
        </p14:section>
        <p14:section name="Content" id="{8b9e485f-5572-ee80-0692-eac53493a1e5}">
          <p14:sldIdLst>
            <p14:sldId id="258"/>
          </p14:sldIdLst>
        </p14:section>
        <p14:section name="Numbers" id="{468e3b5e-21ef-1445-bf10-d3840c506da1}">
          <p14:sldIdLst>
            <p14:sldId id="259"/>
          </p14:sldIdLst>
        </p14:section>
        <p14:section name="Close" id="{d6734dca-f5e5-cdac-6b16-11b8fb5dc9ad}">
          <p14:sldIdLst>
            <p14:sldId id="260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Keep the title to one line where you can - Bebas is wide.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divider between topics in a long deck. Short decks rarely need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Three-card row. The motif across this template is the accent circle - reuse it, not accent bars.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 slide. Bebas is built for big numbers - this is where it earns its place.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slide. Replace the body with the actual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0C27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logos/flex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548640"/>
            <a:ext cx="2104949" cy="726948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8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6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spc="200" kern="0" dirty="0">
                <a:solidFill>
                  <a:srgbClr val="8A8474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6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C8F2F"/>
          </a:solidFill>
          <a:ln/>
        </p:spPr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_DARK">
    <p:bg>
      <p:bgPr>
        <a:solidFill>
          <a:srgbClr val="0C27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300" b="1" spc="400" kern="0" dirty="0">
                <a:solidFill>
                  <a:srgbClr val="EC8F2F"/>
                </a:solidFill>
              </a:defRPr>
            </a:lvl1pPr>
          </a:lstStyle>
          <a:p>
            <a:pPr indent="0" marL="0">
              <a:buNone/>
            </a:pP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600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5600" dirty="0"/>
          </a:p>
        </p:txBody>
      </p:sp>
      <p:pic>
        <p:nvPicPr>
          <p:cNvPr id="4" name="Image 0" descr="logos/flex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852160"/>
            <a:ext cx="1188720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C8F2F"/>
          </a:solidFill>
          <a:ln/>
        </p:spPr>
      </p:sp>
      <p:sp>
        <p:nvSpPr>
          <p:cNvPr id="6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6F6A5D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flex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868680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pic>
        <p:nvPicPr>
          <p:cNvPr id="3" name="Image 0" descr="logos/flex-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16768" y="6053328"/>
            <a:ext cx="868680" cy="299923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100" dirty="0">
                <a:solidFill>
                  <a:srgbClr val="9A9486"/>
                </a:solidFill>
              </a:defRPr>
            </a:lvl1pPr>
          </a:lstStyle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_DARK">
    <p:bg>
      <p:bgPr>
        <a:solidFill>
          <a:srgbClr val="0C27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EC8F2F"/>
                </a:solidFill>
              </a:defRPr>
            </a:lvl1pPr>
          </a:lstStyle>
          <a:p>
            <a:pPr algn="l" indent="0" marL="0">
              <a:buNone/>
            </a:pP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C9C3B4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pic>
        <p:nvPicPr>
          <p:cNvPr id="4" name="Image 0" descr="logos/flex-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32720" y="5760720"/>
            <a:ext cx="1188720" cy="410566"/>
          </a:xfrm>
          <a:prstGeom prst="rect">
            <a:avLst/>
          </a:prstGeom>
        </p:spPr>
      </p:pic>
      <p:sp>
        <p:nvSpPr>
          <p:cNvPr id="5" name="Shape 0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EC8F2F"/>
          </a:solidFill>
          <a:ln/>
        </p:spPr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title" hasCustomPrompt="1"/>
          </p:nvPr>
        </p:nvSpPr>
        <p:spPr>
          <a:xfrm>
            <a:off x="658368" y="2240280"/>
            <a:ext cx="10241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800" dirty="0">
                <a:solidFill>
                  <a:schemeClr val="bg1"/>
                </a:solidFill>
              </a:rPr>
              <a:t>REPLACE WITH YOUR TITLE</a:t>
            </a:r>
            <a:endParaRPr lang="en-US" sz="6800" dirty="0"/>
          </a:p>
        </p:txBody>
      </p:sp>
      <p:sp>
        <p:nvSpPr>
          <p:cNvPr id="3" name="Text 0"/>
          <p:cNvSpPr/>
          <p:nvPr>
            <p:ph idx="102" type="body" hasCustomPrompt="1"/>
          </p:nvPr>
        </p:nvSpPr>
        <p:spPr>
          <a:xfrm>
            <a:off x="658368" y="4297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9C3B4"/>
                </a:solidFill>
              </a:rPr>
              <a:t>One line on what this is and who it is for.</a:t>
            </a:r>
            <a:endParaRPr lang="en-US" sz="18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658368" y="5897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200" spc="200" kern="0" dirty="0">
                <a:solidFill>
                  <a:srgbClr val="8A8474"/>
                </a:solidFill>
              </a:rPr>
              <a:t>FLEX WORKFORCE SOLUTIONS™  ·  JUST WATCH US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658368" y="26060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EC8F2F"/>
                </a:solidFill>
              </a:rPr>
              <a:t>SECTION 01</a:t>
            </a:r>
            <a:endParaRPr lang="en-US" sz="13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658368" y="3017520"/>
            <a:ext cx="102412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600" dirty="0">
                <a:solidFill>
                  <a:schemeClr val="bg1"/>
                </a:solidFill>
              </a:rPr>
              <a:t>WHERE WE ARE</a:t>
            </a:r>
            <a:endParaRPr lang="en-US" sz="5600" dirty="0"/>
          </a:p>
        </p:txBody>
      </p:sp>
      <p:sp>
        <p:nvSpPr>
          <p:cNvPr id="5" name="Text 1"/>
          <p:cNvSpPr/>
          <p:nvPr>
            <p:ph idx="104" hasCustomPrompt="1"/>
          </p:nvPr>
        </p:nvSpPr>
        <p:spPr>
          <a:xfrm>
            <a:off x="658368" y="5989320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A content slide with three cards</a:t>
            </a:r>
            <a:endParaRPr lang="en-US" sz="4000" dirty="0"/>
          </a:p>
        </p:txBody>
      </p:sp>
      <p:sp>
        <p:nvSpPr>
          <p:cNvPr id="3" name="card1"/>
          <p:cNvSpPr/>
          <p:nvPr/>
        </p:nvSpPr>
        <p:spPr>
          <a:xfrm>
            <a:off x="658368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4" name="dot1"/>
          <p:cNvSpPr/>
          <p:nvPr/>
        </p:nvSpPr>
        <p:spPr>
          <a:xfrm>
            <a:off x="914400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Headline one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Say the thing in a sentence. Keep each card to two lines so the row stays even.</a:t>
            </a:r>
            <a:endParaRPr lang="en-US" sz="1250" dirty="0"/>
          </a:p>
        </p:txBody>
      </p:sp>
      <p:sp>
        <p:nvSpPr>
          <p:cNvPr id="8" name="card2"/>
          <p:cNvSpPr/>
          <p:nvPr/>
        </p:nvSpPr>
        <p:spPr>
          <a:xfrm>
            <a:off x="4373880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9" name="dot2"/>
          <p:cNvSpPr/>
          <p:nvPr/>
        </p:nvSpPr>
        <p:spPr>
          <a:xfrm>
            <a:off x="4629912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29912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629912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Headline two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629912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Swap this copy out. The cards are plain shapes, so you can delete one and widen the rest.</a:t>
            </a:r>
            <a:endParaRPr lang="en-US" sz="1250" dirty="0"/>
          </a:p>
        </p:txBody>
      </p:sp>
      <p:sp>
        <p:nvSpPr>
          <p:cNvPr id="13" name="card3"/>
          <p:cNvSpPr/>
          <p:nvPr/>
        </p:nvSpPr>
        <p:spPr>
          <a:xfrm>
            <a:off x="8089392" y="1691640"/>
            <a:ext cx="3441192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  <a:effectLst>
            <a:outerShdw sx="100000" sy="100000" kx="0" ky="0" algn="bl" rotWithShape="0" blurRad="177800" dist="38100" dir="5400000">
              <a:srgbClr val="141208">
                <a:alpha val="12000"/>
              </a:srgbClr>
            </a:outerShdw>
          </a:effectLst>
        </p:spPr>
      </p:sp>
      <p:sp>
        <p:nvSpPr>
          <p:cNvPr id="14" name="dot3"/>
          <p:cNvSpPr/>
          <p:nvPr/>
        </p:nvSpPr>
        <p:spPr>
          <a:xfrm>
            <a:off x="8345424" y="1965960"/>
            <a:ext cx="365760" cy="365760"/>
          </a:xfrm>
          <a:prstGeom prst="ellipse">
            <a:avLst/>
          </a:prstGeom>
          <a:solidFill>
            <a:srgbClr val="EC8F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345424" y="19659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150D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45424" y="2459736"/>
            <a:ext cx="2929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Headline three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45424" y="2825496"/>
            <a:ext cx="29291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6F6A5D"/>
                </a:solidFill>
              </a:rPr>
              <a:t>If a card needs more than two lines, it probably wants its own slide.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8368" y="4206240"/>
            <a:ext cx="10241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A9486"/>
                </a:solidFill>
              </a:rPr>
              <a:t>Delete a card and widen the others rather than leaving a gap.</a:t>
            </a:r>
            <a:endParaRPr lang="en-US" sz="1200" dirty="0"/>
          </a:p>
        </p:txBody>
      </p:sp>
      <p:sp>
        <p:nvSpPr>
          <p:cNvPr id="20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475488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dirty="0">
                <a:solidFill>
                  <a:schemeClr val="tx1"/>
                </a:solidFill>
              </a:rPr>
              <a:t>The numbers that matter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583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528</a:t>
            </a:r>
            <a:endParaRPr lang="en-US" sz="7600" dirty="0"/>
          </a:p>
        </p:txBody>
      </p:sp>
      <p:sp>
        <p:nvSpPr>
          <p:cNvPr id="4" name="Text 2"/>
          <p:cNvSpPr txBox="1"/>
          <p:nvPr/>
        </p:nvSpPr>
        <p:spPr>
          <a:xfrm>
            <a:off x="6583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ON PAYROLL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34015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7</a:t>
            </a:r>
            <a:endParaRPr lang="en-US" sz="7600" dirty="0"/>
          </a:p>
        </p:txBody>
      </p:sp>
      <p:sp>
        <p:nvSpPr>
          <p:cNvPr id="6" name="Text 4"/>
          <p:cNvSpPr txBox="1"/>
          <p:nvPr/>
        </p:nvSpPr>
        <p:spPr>
          <a:xfrm>
            <a:off x="34015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BRANDS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1447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15+</a:t>
            </a:r>
            <a:endParaRPr lang="en-US" sz="7600" dirty="0"/>
          </a:p>
        </p:txBody>
      </p:sp>
      <p:sp>
        <p:nvSpPr>
          <p:cNvPr id="8" name="Text 6"/>
          <p:cNvSpPr txBox="1"/>
          <p:nvPr/>
        </p:nvSpPr>
        <p:spPr>
          <a:xfrm>
            <a:off x="61447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STATES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87968" y="1828800"/>
            <a:ext cx="26517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0" dirty="0">
                <a:solidFill>
                  <a:srgbClr val="EC8F2F"/>
                </a:solidFill>
                <a:latin typeface="Bebas Neue" pitchFamily="34" charset="0"/>
                <a:ea typeface="Bebas Neue" pitchFamily="34" charset="-122"/>
                <a:cs typeface="Bebas Neue" pitchFamily="34" charset="-120"/>
              </a:rPr>
              <a:t>2013</a:t>
            </a:r>
            <a:endParaRPr lang="en-US" sz="7600" dirty="0"/>
          </a:p>
        </p:txBody>
      </p:sp>
      <p:sp>
        <p:nvSpPr>
          <p:cNvPr id="10" name="Text 8"/>
          <p:cNvSpPr txBox="1"/>
          <p:nvPr/>
        </p:nvSpPr>
        <p:spPr>
          <a:xfrm>
            <a:off x="8887968" y="314553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spc="300" kern="0" dirty="0">
                <a:solidFill>
                  <a:srgbClr val="6F6A5D"/>
                </a:solidFill>
              </a:rPr>
              <a:t>SINCE</a:t>
            </a:r>
            <a:endParaRPr lang="en-US" sz="1200" dirty="0"/>
          </a:p>
        </p:txBody>
      </p:sp>
      <p:sp>
        <p:nvSpPr>
          <p:cNvPr id="11" name="statNote"/>
          <p:cNvSpPr/>
          <p:nvPr/>
        </p:nvSpPr>
        <p:spPr>
          <a:xfrm>
            <a:off x="658368" y="4069080"/>
            <a:ext cx="10872216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7E3D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0120" y="4370832"/>
            <a:ext cx="10241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F6A5D"/>
                </a:solidFill>
              </a:rPr>
              <a:t>Pull the real figures from the Charge Report or Headcount before you present this.</a:t>
            </a:r>
            <a:endParaRPr lang="en-US" sz="1400" dirty="0"/>
          </a:p>
        </p:txBody>
      </p:sp>
      <p:sp>
        <p:nvSpPr>
          <p:cNvPr id="14" name="Text 0"/>
          <p:cNvSpPr/>
          <p:nvPr>
            <p:ph idx="102" hasCustomPrompt="1"/>
          </p:nvPr>
        </p:nvSpPr>
        <p:spPr>
          <a:xfrm>
            <a:off x="658368" y="6108192"/>
            <a:ext cx="548640" cy="2743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58368" y="2286000"/>
            <a:ext cx="10241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6000" dirty="0">
                <a:solidFill>
                  <a:srgbClr val="EC8F2F"/>
                </a:solidFill>
              </a:rPr>
              <a:t>JUST WATCH US</a:t>
            </a:r>
            <a:endParaRPr lang="en-US" sz="6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58368" y="3886200"/>
            <a:ext cx="7863840" cy="128016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algn="l" indent="0" marL="0">
              <a:buNone/>
            </a:pPr>
            <a:r>
              <a:rPr lang="en-US" sz="1700" dirty="0">
                <a:solidFill>
                  <a:srgbClr val="C9C3B4"/>
                </a:solidFill>
              </a:rPr>
              <a:t>Close on the ask, not a thank-you. What do you want them to do next?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lex Workforce Solutions">
  <a:themeElements>
    <a:clrScheme name="Flex Workforce Solutions">
      <a:dk1>
        <a:srgbClr val="0C2745"/>
      </a:dk1>
      <a:lt1>
        <a:srgbClr val="FFFFFF"/>
      </a:lt1>
      <a:dk2>
        <a:srgbClr val="3B3527"/>
      </a:dk2>
      <a:lt2>
        <a:srgbClr val="FAF9F6"/>
      </a:lt2>
      <a:accent1>
        <a:srgbClr val="EC8F2F"/>
      </a:accent1>
      <a:accent2>
        <a:srgbClr val="F7AE5E"/>
      </a:accent2>
      <a:accent3>
        <a:srgbClr val="FCD20E"/>
      </a:accent3>
      <a:accent4>
        <a:srgbClr val="EC8F2F"/>
      </a:accent4>
      <a:accent5>
        <a:srgbClr val="0C2745"/>
      </a:accent5>
      <a:accent6>
        <a:srgbClr val="3D3D3D"/>
      </a:accent6>
      <a:hlink>
        <a:srgbClr val="7A5D00"/>
      </a:hlink>
      <a:folHlink>
        <a:srgbClr val="9A9486"/>
      </a:folHlink>
    </a:clrScheme>
    <a:fontScheme name="Flex Workforce Solutions">
      <a:majorFont>
        <a:latin typeface="Bebas Neu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entury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Flex Workforce Solutions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Flex Workforce Solutions template</dc:title>
  <dc:subject>PptxGenJS Presentation</dc:subject>
  <dc:creator>Flex Workforce Solutions</dc:creator>
  <cp:lastModifiedBy>Flex Workforce Solutions</cp:lastModifiedBy>
  <cp:revision>1</cp:revision>
  <dcterms:created xsi:type="dcterms:W3CDTF">2026-10-22T02:03:03Z</dcterms:created>
  <dcterms:modified xsi:type="dcterms:W3CDTF">2026-10-22T02:03:03Z</dcterms:modified>
</cp:coreProperties>
</file>