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at 8.5 x 11. Replace the QR box with a real apply code before printing - a flyer with a dead code is worse than no flyer.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jjp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48640"/>
            <a:ext cx="1127455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1417320"/>
            <a:ext cx="6638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AD11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NOW HIRING</a:t>
            </a:r>
            <a:endParaRPr lang="en-US" sz="1300" dirty="0"/>
          </a:p>
        </p:txBody>
      </p:sp>
      <p:sp>
        <p:nvSpPr>
          <p:cNvPr id="4" name="role"/>
          <p:cNvSpPr/>
          <p:nvPr/>
        </p:nvSpPr>
        <p:spPr>
          <a:xfrm>
            <a:off x="566928" y="1783080"/>
            <a:ext cx="66385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[ROLE TITLE]</a:t>
            </a:r>
            <a:endParaRPr lang="en-US" sz="7600" dirty="0"/>
          </a:p>
        </p:txBody>
      </p:sp>
      <p:sp>
        <p:nvSpPr>
          <p:cNvPr id="5" name="Text 2"/>
          <p:cNvSpPr/>
          <p:nvPr/>
        </p:nvSpPr>
        <p:spPr>
          <a:xfrm>
            <a:off x="566928" y="3154680"/>
            <a:ext cx="6638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AD11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$00.00 / HOUR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66928" y="3858768"/>
            <a:ext cx="1005840" cy="45720"/>
          </a:xfrm>
          <a:prstGeom prst="rect">
            <a:avLst/>
          </a:prstGeom>
          <a:solidFill>
            <a:srgbClr val="FAD110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" y="4069080"/>
            <a:ext cx="6638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3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[Shift]   ·   [City, State]   ·   Starts [date]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4663440"/>
            <a:ext cx="6638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AD11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YOU WOULD BE DOING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5216" y="5047488"/>
            <a:ext cx="91440" cy="91440"/>
          </a:xfrm>
          <a:prstGeom prst="ellipse">
            <a:avLst/>
          </a:prstGeom>
          <a:solidFill>
            <a:srgbClr val="FAD110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49651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[One line on the actual work.]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85216" y="5376672"/>
            <a:ext cx="91440" cy="91440"/>
          </a:xfrm>
          <a:prstGeom prst="ellipse">
            <a:avLst/>
          </a:prstGeom>
          <a:solidFill>
            <a:srgbClr val="FAD110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5294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[Another line.]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85216" y="5705856"/>
            <a:ext cx="91440" cy="91440"/>
          </a:xfrm>
          <a:prstGeom prst="ellipse">
            <a:avLst/>
          </a:prstGeom>
          <a:solidFill>
            <a:srgbClr val="FAD110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" y="56235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[A third line.]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" y="6172200"/>
            <a:ext cx="6638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AD11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YOU NEED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5216" y="6556248"/>
            <a:ext cx="91440" cy="91440"/>
          </a:xfrm>
          <a:prstGeom prst="ellipse">
            <a:avLst/>
          </a:prstGeom>
          <a:solidFill>
            <a:srgbClr val="FAD110"/>
          </a:solidFill>
          <a:ln/>
        </p:spPr>
      </p:sp>
      <p:sp>
        <p:nvSpPr>
          <p:cNvPr id="17" name="Text 14"/>
          <p:cNvSpPr/>
          <p:nvPr/>
        </p:nvSpPr>
        <p:spPr>
          <a:xfrm>
            <a:off x="804672" y="647395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[Experience or certification.]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85216" y="6885432"/>
            <a:ext cx="91440" cy="91440"/>
          </a:xfrm>
          <a:prstGeom prst="ellipse">
            <a:avLst/>
          </a:prstGeom>
          <a:solidFill>
            <a:srgbClr val="FAD110"/>
          </a:solidFill>
          <a:ln/>
        </p:spPr>
      </p:sp>
      <p:sp>
        <p:nvSpPr>
          <p:cNvPr id="19" name="Text 16"/>
          <p:cNvSpPr/>
          <p:nvPr/>
        </p:nvSpPr>
        <p:spPr>
          <a:xfrm>
            <a:off x="804672" y="680313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[Physical or schedule requirement.]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85216" y="7214616"/>
            <a:ext cx="91440" cy="91440"/>
          </a:xfrm>
          <a:prstGeom prst="ellipse">
            <a:avLst/>
          </a:prstGeom>
          <a:solidFill>
            <a:srgbClr val="FAD110"/>
          </a:solidFill>
          <a:ln/>
        </p:spPr>
      </p:sp>
      <p:sp>
        <p:nvSpPr>
          <p:cNvPr id="21" name="Text 18"/>
          <p:cNvSpPr/>
          <p:nvPr/>
        </p:nvSpPr>
        <p:spPr>
          <a:xfrm>
            <a:off x="804672" y="71323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[Nice to have.]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0" y="7818120"/>
            <a:ext cx="7772400" cy="2240280"/>
          </a:xfrm>
          <a:prstGeom prst="rect">
            <a:avLst/>
          </a:prstGeom>
          <a:solidFill>
            <a:srgbClr val="FAF9F6"/>
          </a:solidFill>
          <a:ln/>
        </p:spPr>
      </p:sp>
      <p:sp>
        <p:nvSpPr>
          <p:cNvPr id="23" name="Text 20"/>
          <p:cNvSpPr/>
          <p:nvPr/>
        </p:nvSpPr>
        <p:spPr>
          <a:xfrm>
            <a:off x="566928" y="8028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APPLY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66928" y="83027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Call or text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66928" y="850392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6140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000-000-0000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566928" y="8979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[yoursite.com/apply]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66928" y="92720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4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Walk-ins welcome at [address].</a:t>
            </a:r>
            <a:endParaRPr lang="en-US" sz="1100" dirty="0"/>
          </a:p>
        </p:txBody>
      </p:sp>
      <p:sp>
        <p:nvSpPr>
          <p:cNvPr id="28" name="qrSlot"/>
          <p:cNvSpPr/>
          <p:nvPr/>
        </p:nvSpPr>
        <p:spPr>
          <a:xfrm>
            <a:off x="5724144" y="8046720"/>
            <a:ext cx="148132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24144" y="836676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94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Drop your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94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apply QR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94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here</a:t>
            </a:r>
            <a:endParaRPr lang="en-US" sz="1100" dirty="0"/>
          </a:p>
        </p:txBody>
      </p:sp>
      <p:pic>
        <p:nvPicPr>
          <p:cNvPr id="30" name="Image 1" descr="logos/jjp-on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5334" y="9656064"/>
            <a:ext cx="650138" cy="27432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0" y="9966960"/>
            <a:ext cx="7772400" cy="91440"/>
          </a:xfrm>
          <a:prstGeom prst="rect">
            <a:avLst/>
          </a:prstGeom>
          <a:solidFill>
            <a:srgbClr val="FAD11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John Joseph Partners">
  <a:themeElements>
    <a:clrScheme name="John Joseph Partners">
      <a:dk1>
        <a:srgbClr val="000000"/>
      </a:dk1>
      <a:lt1>
        <a:srgbClr val="FFFFFF"/>
      </a:lt1>
      <a:dk2>
        <a:srgbClr val="3B3527"/>
      </a:dk2>
      <a:lt2>
        <a:srgbClr val="FAF9F6"/>
      </a:lt2>
      <a:accent1>
        <a:srgbClr val="FAD110"/>
      </a:accent1>
      <a:accent2>
        <a:srgbClr val="FFE255"/>
      </a:accent2>
      <a:accent3>
        <a:srgbClr val="FCD20E"/>
      </a:accent3>
      <a:accent4>
        <a:srgbClr val="EC8F2F"/>
      </a:accent4>
      <a:accent5>
        <a:srgbClr val="0C2745"/>
      </a:accent5>
      <a:accent6>
        <a:srgbClr val="3E3E3E"/>
      </a:accent6>
      <a:hlink>
        <a:srgbClr val="7A5D00"/>
      </a:hlink>
      <a:folHlink>
        <a:srgbClr val="9A9486"/>
      </a:folHlink>
    </a:clrScheme>
    <a:fontScheme name="John Joseph Partners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John Joseph Partners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John Joseph Partners job flyer</dc:title>
  <dc:subject>PptxGenJS Presentation</dc:subject>
  <dc:creator>John Joseph Partners</dc:creator>
  <cp:lastModifiedBy>John Joseph Partners</cp:lastModifiedBy>
  <cp:revision>1</cp:revision>
  <dcterms:created xsi:type="dcterms:W3CDTF">2026-10-22T10:50:34Z</dcterms:created>
  <dcterms:modified xsi:type="dcterms:W3CDTF">2026-10-22T10:50:34Z</dcterms:modified>
</cp:coreProperties>
</file>