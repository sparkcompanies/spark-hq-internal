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" name="Image 0" descr="logos/jjp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214323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FAD110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recognise,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AD11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FAD11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John Joseph Partners">
  <a:themeElements>
    <a:clrScheme name="John Joseph Partners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AD110"/>
      </a:accent1>
      <a:accent2>
        <a:srgbClr val="FFE255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John Joseph Partner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John Joseph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John Joseph Partners capability sheet</dc:title>
  <dc:subject>PptxGenJS Presentation</dc:subject>
  <dc:creator>John Joseph Partners</dc:creator>
  <cp:lastModifiedBy>John Joseph Partners</cp:lastModifiedBy>
  <cp:revision>1</cp:revision>
  <dcterms:created xsi:type="dcterms:W3CDTF">2026-10-22T10:50:35Z</dcterms:created>
  <dcterms:modified xsi:type="dcterms:W3CDTF">2026-10-22T10:50:35Z</dcterms:modified>
</cp:coreProperties>
</file>