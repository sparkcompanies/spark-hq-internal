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31fcde46-96d8-95ef-d8a6-cd967af2eca1}">
          <p14:sldIdLst>
            <p14:sldId id="256"/>
          </p14:sldIdLst>
        </p14:section>
        <p14:section name="Divider" id="{60afad66-4f68-0a6d-fa12-7bc20e234775}">
          <p14:sldIdLst>
            <p14:sldId id="257"/>
          </p14:sldIdLst>
        </p14:section>
        <p14:section name="Content" id="{eaec9828-0e11-4f4c-b450-13910d5a0920}">
          <p14:sldIdLst>
            <p14:sldId id="258"/>
          </p14:sldIdLst>
        </p14:section>
        <p14:section name="Numbers" id="{aa942b52-083b-4937-64f5-9d25246973db}">
          <p14:sldIdLst>
            <p14:sldId id="259"/>
          </p14:sldIdLst>
        </p14:section>
        <p14:section name="Close" id="{0149171a-25ef-a1fe-7b61-a2df580c40c1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Keep the title to one line where you can - Bebas is 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divider between topics in a long deck. Short decks rarely need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Three-card row. The motif across this template is the accent circle - reuse it, not accent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 slide. Bebas is built for big numbers - this is where it earns its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Replace the body with the actual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companies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103120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FC800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companies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18780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companies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7766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companies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7766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FC800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companies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18780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REPLACE WITH YOUR TITLE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One line on what this is and who it is for.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SPARK COMPANIES®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C800"/>
                </a:solidFill>
              </a:rPr>
              <a:t>SECTION 01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WHERE WE ARE</a:t>
            </a:r>
            <a:endParaRPr lang="en-US" sz="5600" dirty="0"/>
          </a:p>
        </p:txBody>
      </p:sp>
      <p:sp>
        <p:nvSpPr>
          <p:cNvPr id="5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 content slide with three cards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one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the thing in a sentence. Keep each card to two lines so the row stays even.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two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Swap this copy out. The cards are plain shapes, so you can delete one and widen the rest.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three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If a card needs more than two lines, it probably wants its own slide.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Delete a card and widen the others rather than leaving a gap.</a:t>
            </a:r>
            <a:endParaRPr lang="en-US" sz="1200" dirty="0"/>
          </a:p>
        </p:txBody>
      </p:sp>
      <p:sp>
        <p:nvSpPr>
          <p:cNvPr id="20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numbers that matter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ON PAYROLL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BRANDS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STATES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SINCE</a:t>
            </a:r>
            <a:endParaRPr lang="en-US" sz="1200" dirty="0"/>
          </a:p>
        </p:txBody>
      </p:sp>
      <p:sp>
        <p:nvSpPr>
          <p:cNvPr id="11" name="stat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Pull the real figures from the Charge Report or Headcount before you present this.</a:t>
            </a:r>
            <a:endParaRPr lang="en-US" sz="1400" dirty="0"/>
          </a:p>
        </p:txBody>
      </p:sp>
      <p:sp>
        <p:nvSpPr>
          <p:cNvPr id="1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FC800"/>
                </a:solidFill>
              </a:rPr>
              <a:t>JUST WATCH US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Close on the ask, not a thank-you. What do you want them to do next?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Companies">
  <a:themeElements>
    <a:clrScheme name="Spark Companies">
      <a:dk1>
        <a:srgbClr val="0D0E1A"/>
      </a:dk1>
      <a:lt1>
        <a:srgbClr val="FFFFFF"/>
      </a:lt1>
      <a:dk2>
        <a:srgbClr val="3B3527"/>
      </a:dk2>
      <a:lt2>
        <a:srgbClr val="FAF9F6"/>
      </a:lt2>
      <a:accent1>
        <a:srgbClr val="FFC800"/>
      </a:accent1>
      <a:accent2>
        <a:srgbClr val="FFD513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Spark Companie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Spark Companies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Companies template</dc:title>
  <dc:subject>PptxGenJS Presentation</dc:subject>
  <dc:creator>Spark Companies</dc:creator>
  <cp:lastModifiedBy>Spark Companies</cp:lastModifiedBy>
  <cp:revision>1</cp:revision>
  <dcterms:created xsi:type="dcterms:W3CDTF">2026-10-22T01:27:54Z</dcterms:created>
  <dcterms:modified xsi:type="dcterms:W3CDTF">2026-10-22T01:27:54Z</dcterms:modified>
</cp:coreProperties>
</file>