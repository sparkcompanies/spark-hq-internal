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56d2334-8a17-0e6c-ee97-506eccf8be23}">
          <p14:sldIdLst>
            <p14:sldId id="256"/>
          </p14:sldIdLst>
        </p14:section>
        <p14:section name="Divider" id="{421e9f0b-a0f1-0086-4861-f5da8f71a104}">
          <p14:sldIdLst>
            <p14:sldId id="257"/>
          </p14:sldIdLst>
        </p14:section>
        <p14:section name="Content" id="{4761cd03-a9ec-3833-50d7-c6174ebd86e9}">
          <p14:sldIdLst>
            <p14:sldId id="258"/>
          </p14:sldIdLst>
        </p14:section>
        <p14:section name="Numbers" id="{30cbd045-256c-52ae-4ca1-18b084df01bb}">
          <p14:sldIdLst>
            <p14:sldId id="259"/>
          </p14:sldIdLst>
        </p14:section>
        <p14:section name="Close" id="{1e9589be-8e48-9b29-ea84-78c88767f281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04618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DE59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541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09828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packaging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09828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3E3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DE59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packaging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5413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DE5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PACKAGING™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E59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DE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DE5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DE59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Packaging">
  <a:themeElements>
    <a:clrScheme name="Spark Packaging">
      <a:dk1>
        <a:srgbClr val="3E3E3E"/>
      </a:dk1>
      <a:lt1>
        <a:srgbClr val="FFFFFF"/>
      </a:lt1>
      <a:dk2>
        <a:srgbClr val="3B3527"/>
      </a:dk2>
      <a:lt2>
        <a:srgbClr val="FAF9F6"/>
      </a:lt2>
      <a:accent1>
        <a:srgbClr val="FFDE59"/>
      </a:accent1>
      <a:accent2>
        <a:srgbClr val="FFE98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Packaging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Spark Packaging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Packaging template</dc:title>
  <dc:subject>PptxGenJS Presentation</dc:subject>
  <dc:creator>Spark Packaging</dc:creator>
  <cp:lastModifiedBy>Spark Packaging</cp:lastModifiedBy>
  <cp:revision>1</cp:revision>
  <dcterms:created xsi:type="dcterms:W3CDTF">2026-10-22T02:03:02Z</dcterms:created>
  <dcterms:modified xsi:type="dcterms:W3CDTF">2026-10-22T02:03:02Z</dcterms:modified>
</cp:coreProperties>
</file>