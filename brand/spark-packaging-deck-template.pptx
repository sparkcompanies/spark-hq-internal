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bdd656be-feca-7e05-4bb2-4368c0be2aff}">
          <p14:sldIdLst>
            <p14:sldId id="256"/>
          </p14:sldIdLst>
        </p14:section>
        <p14:section name="Divider" id="{2c7cd1c4-304e-c8b4-f4d8-49f330d272b7}">
          <p14:sldIdLst>
            <p14:sldId id="257"/>
          </p14:sldIdLst>
        </p14:section>
        <p14:section name="Content" id="{deb6deca-a984-5a1b-3e3d-ea0548f041df}">
          <p14:sldIdLst>
            <p14:sldId id="258"/>
          </p14:sldIdLst>
        </p14:section>
        <p14:section name="Numbers" id="{48f1a7c2-7998-b8e4-065a-e1450b9477a4}">
          <p14:sldIdLst>
            <p14:sldId id="259"/>
          </p14:sldIdLst>
        </p14:section>
        <p14:section name="Close" id="{e6dbc6e9-92ab-6bf1-2711-b5e447166682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Keep the title to one line where you can - Bebas is wide.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divider between topics in a long deck. Short decks rarely need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Three-card row. The motif across this template is the accent circle - reuse it, not accent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 slide. Bebas is built for big numbers - this is where it earns its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Replace the body with the actual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299716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D5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FDD5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29844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D5F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packaging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48233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packaging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48233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DD5F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29844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D5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REPLACE WITH YOUR TITLE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One line on what this is and who it is for.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SPARK PACKAGING™  ·  JUST WATCH US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DD5F"/>
                </a:solidFill>
              </a:rPr>
              <a:t>SECTION 01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WHERE WE ARE</a:t>
            </a:r>
            <a:endParaRPr lang="en-US" sz="5600" dirty="0"/>
          </a:p>
        </p:txBody>
      </p:sp>
      <p:sp>
        <p:nvSpPr>
          <p:cNvPr id="5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 content slide with three cards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Headline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the thing in a sentence. Keep each card to two lines so the row stays even.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Headline two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Swap this copy out. The cards are plain shapes, so you can delete one and widen the rest.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Headline three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If a card needs more than two lines, it probably wants its own slide.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Delete a card and widen the others rather than leaving a gap.</a:t>
            </a:r>
            <a:endParaRPr lang="en-US" sz="1200" dirty="0"/>
          </a:p>
        </p:txBody>
      </p:sp>
      <p:sp>
        <p:nvSpPr>
          <p:cNvPr id="20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The numbers that matter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ON PAYROLL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BRANDS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STATES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SINCE</a:t>
            </a:r>
            <a:endParaRPr lang="en-US" sz="1200" dirty="0"/>
          </a:p>
        </p:txBody>
      </p:sp>
      <p:sp>
        <p:nvSpPr>
          <p:cNvPr id="11" name="stat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Pull the real figures from the Charge Report or Headcount before you present this.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FDD5F"/>
                </a:solidFill>
              </a:rPr>
              <a:t>JUST WATCH US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Close on the ask, not a thank-you. What do you want them to do next?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rk Packaging">
  <a:themeElements>
    <a:clrScheme name="Spark Packaging">
      <a:dk1>
        <a:srgbClr val="3D3D3D"/>
      </a:dk1>
      <a:lt1>
        <a:srgbClr val="FFFFFF"/>
      </a:lt1>
      <a:dk2>
        <a:srgbClr val="3B3527"/>
      </a:dk2>
      <a:lt2>
        <a:srgbClr val="FAF9F6"/>
      </a:lt2>
      <a:accent1>
        <a:srgbClr val="FFDD5F"/>
      </a:accent1>
      <a:accent2>
        <a:srgbClr val="FFE98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Spark Packaging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Spark Packaging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Packaging template</dc:title>
  <dc:subject>PptxGenJS Presentation</dc:subject>
  <dc:creator>Spark Packaging</dc:creator>
  <cp:lastModifiedBy>Spark Packaging</cp:lastModifiedBy>
  <cp:revision>1</cp:revision>
  <dcterms:created xsi:type="dcterms:W3CDTF">2026-10-22T01:27:57Z</dcterms:created>
  <dcterms:modified xsi:type="dcterms:W3CDTF">2026-10-22T01:27:57Z</dcterms:modified>
</cp:coreProperties>
</file>