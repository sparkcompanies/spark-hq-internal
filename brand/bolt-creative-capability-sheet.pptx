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leave-behind, not a brochure. One page, one brand, one contact. If you need two pages, it is a proposal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2057400"/>
          </a:xfrm>
          <a:prstGeom prst="rect">
            <a:avLst/>
          </a:prstGeom>
          <a:solidFill>
            <a:srgbClr val="0D0E1A"/>
          </a:solidFill>
          <a:ln/>
        </p:spPr>
      </p:sp>
      <p:pic>
        <p:nvPicPr>
          <p:cNvPr id="3" name="Image 0" descr="logos/bolt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75488"/>
            <a:ext cx="470002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1188720"/>
            <a:ext cx="6638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line on what this brand does and who for.]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2057400"/>
            <a:ext cx="7772400" cy="64008"/>
          </a:xfrm>
          <a:prstGeom prst="rect">
            <a:avLst/>
          </a:prstGeom>
          <a:solidFill>
            <a:srgbClr val="C6FF3D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2377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7" name="card1"/>
          <p:cNvSpPr/>
          <p:nvPr/>
        </p:nvSpPr>
        <p:spPr>
          <a:xfrm>
            <a:off x="566928" y="2724912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999232"/>
            <a:ext cx="310896" cy="3108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2999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25296" y="288036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one]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225296" y="3145536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[One sentence a client would recognise, not a category name.]</a:t>
            </a:r>
            <a:endParaRPr lang="en-US" sz="1150" dirty="0"/>
          </a:p>
        </p:txBody>
      </p:sp>
      <p:sp>
        <p:nvSpPr>
          <p:cNvPr id="12" name="card2"/>
          <p:cNvSpPr/>
          <p:nvPr/>
        </p:nvSpPr>
        <p:spPr>
          <a:xfrm>
            <a:off x="566928" y="3712464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86384" y="3986784"/>
            <a:ext cx="310896" cy="3108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25296" y="386791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two]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25296" y="4133088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[What it is and when it is the right call.]</a:t>
            </a:r>
            <a:endParaRPr lang="en-US" sz="1150" dirty="0"/>
          </a:p>
        </p:txBody>
      </p:sp>
      <p:sp>
        <p:nvSpPr>
          <p:cNvPr id="17" name="card3"/>
          <p:cNvSpPr/>
          <p:nvPr/>
        </p:nvSpPr>
        <p:spPr>
          <a:xfrm>
            <a:off x="566928" y="4700016"/>
            <a:ext cx="66385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27000" dist="25400" dir="5400000">
              <a:srgbClr val="141208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6384" y="4974336"/>
            <a:ext cx="310896" cy="310896"/>
          </a:xfrm>
          <a:prstGeom prst="ellipse">
            <a:avLst/>
          </a:prstGeom>
          <a:solidFill>
            <a:srgbClr val="C6FF3D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25296" y="485546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[Service three]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25296" y="5120640"/>
            <a:ext cx="5724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[Keep each card to two lines so the row stays even.]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66928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528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566928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 PAYROLL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226564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7</a:t>
            </a:r>
            <a:endParaRPr lang="en-US" sz="4000" dirty="0"/>
          </a:p>
        </p:txBody>
      </p:sp>
      <p:sp>
        <p:nvSpPr>
          <p:cNvPr id="26" name="Text 23"/>
          <p:cNvSpPr/>
          <p:nvPr/>
        </p:nvSpPr>
        <p:spPr>
          <a:xfrm>
            <a:off x="2226564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BRANDS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886200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15+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3886200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45836" y="6126480"/>
            <a:ext cx="15681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2013</a:t>
            </a:r>
            <a:endParaRPr lang="en-US" sz="4000" dirty="0"/>
          </a:p>
        </p:txBody>
      </p:sp>
      <p:sp>
        <p:nvSpPr>
          <p:cNvPr id="30" name="Text 27"/>
          <p:cNvSpPr/>
          <p:nvPr/>
        </p:nvSpPr>
        <p:spPr>
          <a:xfrm>
            <a:off x="5545836" y="6675120"/>
            <a:ext cx="15681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F6A5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SINCE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" y="6967728"/>
            <a:ext cx="6638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48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Check these against Headcount before you hand this to anyone.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66928" y="736092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D0E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WHERE WE WORK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7680960"/>
            <a:ext cx="6638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140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[Roles, industries and geography. Be specific - a list of everything reads as a list of nothing.]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0" y="8549640"/>
            <a:ext cx="7772400" cy="1417320"/>
          </a:xfrm>
          <a:prstGeom prst="rect">
            <a:avLst/>
          </a:prstGeom>
          <a:solidFill>
            <a:srgbClr val="0D0E1A"/>
          </a:solidFill>
          <a:ln/>
        </p:spPr>
      </p:sp>
      <p:sp>
        <p:nvSpPr>
          <p:cNvPr id="35" name="Text 32"/>
          <p:cNvSpPr/>
          <p:nvPr/>
        </p:nvSpPr>
        <p:spPr>
          <a:xfrm>
            <a:off x="566928" y="8778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6FF3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START HERE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66928" y="9052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[Name, title]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66928" y="9326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3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[email]   ·   [phone]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925312" y="9281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6FF3D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#JWU</a:t>
            </a:r>
            <a:endParaRPr lang="en-US" sz="2600" dirty="0"/>
          </a:p>
        </p:txBody>
      </p:sp>
      <p:sp>
        <p:nvSpPr>
          <p:cNvPr id="39" name="Shape 36"/>
          <p:cNvSpPr/>
          <p:nvPr/>
        </p:nvSpPr>
        <p:spPr>
          <a:xfrm>
            <a:off x="0" y="9966960"/>
            <a:ext cx="7772400" cy="91440"/>
          </a:xfrm>
          <a:prstGeom prst="rect">
            <a:avLst/>
          </a:prstGeom>
          <a:solidFill>
            <a:srgbClr val="C6FF3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Bolt Creative">
  <a:themeElements>
    <a:clrScheme name="Bolt Creative">
      <a:dk1>
        <a:srgbClr val="0D0E1A"/>
      </a:dk1>
      <a:lt1>
        <a:srgbClr val="FFFFFF"/>
      </a:lt1>
      <a:dk2>
        <a:srgbClr val="3B3527"/>
      </a:dk2>
      <a:lt2>
        <a:srgbClr val="FAF9F6"/>
      </a:lt2>
      <a:accent1>
        <a:srgbClr val="C6FF3D"/>
      </a:accent1>
      <a:accent2>
        <a:srgbClr val="DCFF84"/>
      </a:accent2>
      <a:accent3>
        <a:srgbClr val="FCD20E"/>
      </a:accent3>
      <a:accent4>
        <a:srgbClr val="EC8F2F"/>
      </a:accent4>
      <a:accent5>
        <a:srgbClr val="0C2745"/>
      </a:accent5>
      <a:accent6>
        <a:srgbClr val="3E3E3E"/>
      </a:accent6>
      <a:hlink>
        <a:srgbClr val="7A5D00"/>
      </a:hlink>
      <a:folHlink>
        <a:srgbClr val="9A9486"/>
      </a:folHlink>
    </a:clrScheme>
    <a:fontScheme name="Bolt Creativ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Bolt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Bolt Creative capability sheet</dc:title>
  <dc:subject>PptxGenJS Presentation</dc:subject>
  <dc:creator>Bolt Creative</dc:creator>
  <cp:lastModifiedBy>Bolt Creative</cp:lastModifiedBy>
  <cp:revision>1</cp:revision>
  <dcterms:created xsi:type="dcterms:W3CDTF">2026-10-22T10:50:37Z</dcterms:created>
  <dcterms:modified xsi:type="dcterms:W3CDTF">2026-10-22T10:50:37Z</dcterms:modified>
</cp:coreProperties>
</file>