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f67dc956-0413-06c0-0684-2667044f1e43}">
          <p14:sldIdLst>
            <p14:sldId id="256"/>
          </p14:sldIdLst>
        </p14:section>
        <p14:section name="Who" id="{d492a2cb-2ffa-4715-d6cd-30cc05cea63d}">
          <p14:sldIdLst>
            <p14:sldId id="257"/>
            <p14:sldId id="258"/>
          </p14:sldIdLst>
        </p14:section>
        <p14:section name="Role" id="{5987e313-87dd-85be-4aa9-bf6d5d14370b}">
          <p14:sldIdLst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3D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packaging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8640"/>
            <a:ext cx="2299716" cy="7269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200" kern="0" dirty="0">
                <a:solidFill>
                  <a:srgbClr val="8A8474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DD5F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3D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400" kern="0" dirty="0">
                <a:solidFill>
                  <a:srgbClr val="FFDD5F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pic>
        <p:nvPicPr>
          <p:cNvPr id="4" name="Image 0" descr="logos/packaging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852160"/>
            <a:ext cx="1298448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DD5F"/>
          </a:solidFill>
          <a:ln/>
        </p:spPr>
      </p:sp>
      <p:sp>
        <p:nvSpPr>
          <p:cNvPr id="6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F6A5D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packaging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48233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packaging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48233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3D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FDD5F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pic>
        <p:nvPicPr>
          <p:cNvPr id="4" name="Image 0" descr="logos/packaging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760720"/>
            <a:ext cx="1298448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DD5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800" dirty="0">
                <a:solidFill>
                  <a:schemeClr val="bg1"/>
                </a:solidFill>
              </a:rPr>
              <a:t>COME BUILD WITH US</a:t>
            </a:r>
            <a:endParaRPr lang="en-US" sz="6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3B4"/>
                </a:solidFill>
              </a:rPr>
              <a:t>[Role] · [Location]. Replace with the one sentence that would make the right person keep reading.</a:t>
            </a:r>
            <a:endParaRPr lang="en-US" sz="1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8A8474"/>
                </a:solidFill>
              </a:rPr>
              <a:t>SPARK PACKAGING™  ·  JUST WATCH US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Who we are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FFDD5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Seven brands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Staffing, search, packaging, IT and creative under one roof.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4373880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4629912" y="1965960"/>
            <a:ext cx="365760" cy="365760"/>
          </a:xfrm>
          <a:prstGeom prst="ellipse">
            <a:avLst/>
          </a:prstGeom>
          <a:solidFill>
            <a:srgbClr val="FFDD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991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9912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Since 2013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9912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Spark Talent came first. The portfolio formed in 2023.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8089392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8345424" y="1965960"/>
            <a:ext cx="365760" cy="365760"/>
          </a:xfrm>
          <a:prstGeom prst="ellipse">
            <a:avLst/>
          </a:prstGeom>
          <a:solidFill>
            <a:srgbClr val="FFDD5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542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5424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Inc. 5000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45424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Named to America’s fastest-growing private companies.</a:t>
            </a:r>
            <a:endParaRPr lang="en-US" sz="1250" dirty="0"/>
          </a:p>
        </p:txBody>
      </p:sp>
      <p:sp>
        <p:nvSpPr>
          <p:cNvPr id="18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By the numbers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DD5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528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ON PAYROLL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DD5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34015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BRANDS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447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DD5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15+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61447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STATES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879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DD5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2013</a:t>
            </a:r>
            <a:endParaRPr lang="en-US" sz="7600" dirty="0"/>
          </a:p>
        </p:txBody>
      </p:sp>
      <p:sp>
        <p:nvSpPr>
          <p:cNvPr id="10" name="Text 8"/>
          <p:cNvSpPr txBox="1"/>
          <p:nvPr/>
        </p:nvSpPr>
        <p:spPr>
          <a:xfrm>
            <a:off x="88879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SINCE</a:t>
            </a:r>
            <a:endParaRPr lang="en-US" sz="1200" dirty="0"/>
          </a:p>
        </p:txBody>
      </p:sp>
      <p:sp>
        <p:nvSpPr>
          <p:cNvPr id="11" name="nNote"/>
          <p:cNvSpPr/>
          <p:nvPr/>
        </p:nvSpPr>
        <p:spPr>
          <a:xfrm>
            <a:off x="658368" y="4069080"/>
            <a:ext cx="1087221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437083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5D"/>
                </a:solidFill>
              </a:rPr>
              <a:t>Check these against Headcount before you present. Stale numbers are worse than none.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FDD5F"/>
                </a:solidFill>
              </a:rPr>
              <a:t>THE ROLE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dirty="0">
                <a:solidFill>
                  <a:schemeClr val="bg1"/>
                </a:solidFill>
              </a:rPr>
              <a:t>WHAT YOU WOULD DO</a:t>
            </a:r>
            <a:endParaRPr lang="en-US" sz="5600" dirty="0"/>
          </a:p>
        </p:txBody>
      </p:sp>
      <p:sp>
        <p:nvSpPr>
          <p:cNvPr id="4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The job, honestly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FFDD5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work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What they will actually spend Tuesday doing.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4373880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4629912" y="1965960"/>
            <a:ext cx="365760" cy="365760"/>
          </a:xfrm>
          <a:prstGeom prst="ellipse">
            <a:avLst/>
          </a:prstGeom>
          <a:solidFill>
            <a:srgbClr val="FFDD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991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9912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hard part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9912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Say it. Candidates trust a pitch that admits one.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8089392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8345424" y="1965960"/>
            <a:ext cx="365760" cy="365760"/>
          </a:xfrm>
          <a:prstGeom prst="ellipse">
            <a:avLst/>
          </a:prstGeom>
          <a:solidFill>
            <a:srgbClr val="FFDD5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542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5424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good looks like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45424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How success is measured in the first ninety days.</a:t>
            </a:r>
            <a:endParaRPr lang="en-US" sz="1250" dirty="0"/>
          </a:p>
        </p:txBody>
      </p:sp>
      <p:sp>
        <p:nvSpPr>
          <p:cNvPr id="18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FFDD5F"/>
                </a:solidFill>
              </a:rPr>
              <a:t>JUST WATCH US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C9C3B4"/>
                </a:solidFill>
              </a:rPr>
              <a:t>Finish with the next step and the name of the person they will actually speak to.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ark Packaging">
  <a:themeElements>
    <a:clrScheme name="Spark Packaging">
      <a:dk1>
        <a:srgbClr val="3D3D3D"/>
      </a:dk1>
      <a:lt1>
        <a:srgbClr val="FFFFFF"/>
      </a:lt1>
      <a:dk2>
        <a:srgbClr val="3B3527"/>
      </a:dk2>
      <a:lt2>
        <a:srgbClr val="FAF9F6"/>
      </a:lt2>
      <a:accent1>
        <a:srgbClr val="FFDD5F"/>
      </a:accent1>
      <a:accent2>
        <a:srgbClr val="FFE98F"/>
      </a:accent2>
      <a:accent3>
        <a:srgbClr val="FCD20E"/>
      </a:accent3>
      <a:accent4>
        <a:srgbClr val="EC8F2F"/>
      </a:accent4>
      <a:accent5>
        <a:srgbClr val="0C2745"/>
      </a:accent5>
      <a:accent6>
        <a:srgbClr val="3D3D3D"/>
      </a:accent6>
      <a:hlink>
        <a:srgbClr val="7A5D00"/>
      </a:hlink>
      <a:folHlink>
        <a:srgbClr val="9A9486"/>
      </a:folHlink>
    </a:clrScheme>
    <a:fontScheme name="Spark Packaging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Spark Packaging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 Packaging template</dc:title>
  <dc:subject>PptxGenJS Presentation</dc:subject>
  <dc:creator>Spark Packaging</dc:creator>
  <cp:lastModifiedBy>Spark Packaging</cp:lastModifiedBy>
  <cp:revision>1</cp:revision>
  <dcterms:created xsi:type="dcterms:W3CDTF">2026-10-22T01:27:58Z</dcterms:created>
  <dcterms:modified xsi:type="dcterms:W3CDTF">2026-10-22T01:27:58Z</dcterms:modified>
</cp:coreProperties>
</file>