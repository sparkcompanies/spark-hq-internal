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000cff49-1e61-7a27-32b6-78a413d981f1}">
          <p14:sldIdLst>
            <p14:sldId id="256"/>
          </p14:sldIdLst>
        </p14:section>
        <p14:section name="Who" id="{f14b859d-4c29-164e-46e4-97556debffcf}">
          <p14:sldIdLst>
            <p14:sldId id="257"/>
            <p14:sldId id="258"/>
          </p14:sldIdLst>
        </p14:section>
        <p14:section name="Role" id="{a5534ca2-4059-1066-ad67-039970708f59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E3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04618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E5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3E3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DE59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4541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packaging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09828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packaging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09828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3E3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DE59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4541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E5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COME BUILD WITH US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[Role] · [Location]. Replace with the one sentence that would make the right person keep reading.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PACKAGING™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Seven brands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Staffing, search, packaging, IT and creative under one roof.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Since 2013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Spark Talent came first. The portfolio formed in 2023.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Inc. 5000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Named to America’s fastest-growing private companies.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By the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n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Check these against Headcount before you present. Stale numbers are worse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DE59"/>
                </a:solidFill>
              </a:rPr>
              <a:t>THE ROLE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YOU WOULD DO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job, honestly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they will actually spend Tuesday doing.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hard part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it. Candidates trust a pitch that admits one.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good looks like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How success is measured in the first ninety days.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DE59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Finish with the next step and the name of the person they will actually speak to.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Packaging">
  <a:themeElements>
    <a:clrScheme name="Spark Packaging">
      <a:dk1>
        <a:srgbClr val="3E3E3E"/>
      </a:dk1>
      <a:lt1>
        <a:srgbClr val="FFFFFF"/>
      </a:lt1>
      <a:dk2>
        <a:srgbClr val="3B3527"/>
      </a:dk2>
      <a:lt2>
        <a:srgbClr val="FAF9F6"/>
      </a:lt2>
      <a:accent1>
        <a:srgbClr val="FFDE59"/>
      </a:accent1>
      <a:accent2>
        <a:srgbClr val="FFE98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Packaging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Spark Packaging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Packaging template</dc:title>
  <dc:subject>PptxGenJS Presentation</dc:subject>
  <dc:creator>Spark Packaging</dc:creator>
  <cp:lastModifiedBy>Spark Packaging</cp:lastModifiedBy>
  <cp:revision>1</cp:revision>
  <dcterms:created xsi:type="dcterms:W3CDTF">2026-10-22T02:03:02Z</dcterms:created>
  <dcterms:modified xsi:type="dcterms:W3CDTF">2026-10-22T02:03:02Z</dcterms:modified>
</cp:coreProperties>
</file>