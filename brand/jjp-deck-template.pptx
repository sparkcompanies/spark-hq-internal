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c0275a9a-9464-69ff-dfb7-bf69c06ddcee}">
          <p14:sldIdLst>
            <p14:sldId id="256"/>
          </p14:sldIdLst>
        </p14:section>
        <p14:section name="Divider" id="{91bb3829-bdc3-a82a-13bb-c595fc2fd103}">
          <p14:sldIdLst>
            <p14:sldId id="257"/>
          </p14:sldIdLst>
        </p14:section>
        <p14:section name="Content" id="{620ccc78-ced2-cda8-5f2f-7a6b1e92e8db}">
          <p14:sldIdLst>
            <p14:sldId id="258"/>
          </p14:sldIdLst>
        </p14:section>
        <p14:section name="Numbers" id="{41b42739-1672-50fc-72b7-2cea7fa854fd}">
          <p14:sldIdLst>
            <p14:sldId id="259"/>
          </p14:sldIdLst>
        </p14:section>
        <p14:section name="Close" id="{6fb5b5b4-e916-9b4f-663c-4b6a206a8aae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Keep the title to one line where you can - Bebas is 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divider between topics in a long deck. Short decks rarely need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Three-card row. The motif across this template is the accent circle - reuse it, not accent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 slide. Bebas is built for big numbers - this is where it earns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Replace the body with the actual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1723644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AD11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AD110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97383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AD110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jj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711403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jj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711403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AD110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jjp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973836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AD11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REPLACE WITH YOUR TITLE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One line on what this is and who it is for.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JOHN JOSEPH PARTNERS®  ·  JUST WATCH 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AD110"/>
                </a:solidFill>
              </a:rPr>
              <a:t>SECTION 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WHERE WE ARE</a:t>
            </a:r>
            <a:endParaRPr lang="en-US" sz="5600" dirty="0"/>
          </a:p>
        </p:txBody>
      </p:sp>
      <p:sp>
        <p:nvSpPr>
          <p:cNvPr id="5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 content slide with three cards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one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the thing in a sentence. Keep each card to two lines so the row stays even.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two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Swap this copy out. The cards are plain shapes, so you can delete one and widen the rest.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AD11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Headline three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If a card needs more than two lines, it probably wants its own slide.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Delete a card and widen the others rather than leaving a gap.</a:t>
            </a:r>
            <a:endParaRPr lang="en-US" sz="1200" dirty="0"/>
          </a:p>
        </p:txBody>
      </p:sp>
      <p:sp>
        <p:nvSpPr>
          <p:cNvPr id="20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The numbers that matter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ON PAYROLL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BRANDS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STATES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AD11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SINCE</a:t>
            </a:r>
            <a:endParaRPr lang="en-US" sz="1200" dirty="0"/>
          </a:p>
        </p:txBody>
      </p:sp>
      <p:sp>
        <p:nvSpPr>
          <p:cNvPr id="11" name="stat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Pull the real figures from the Charge Report or Headcount before you present this.</a:t>
            </a:r>
            <a:endParaRPr lang="en-US" sz="1400" dirty="0"/>
          </a:p>
        </p:txBody>
      </p:sp>
      <p:sp>
        <p:nvSpPr>
          <p:cNvPr id="1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AD110"/>
                </a:solidFill>
              </a:rPr>
              <a:t>JUST WATCH US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Close on the ask, not a thank-you. What do you want them to do next?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hn Joseph Partners">
  <a:themeElements>
    <a:clrScheme name="John Joseph Partners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AD110"/>
      </a:accent1>
      <a:accent2>
        <a:srgbClr val="FFE255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John Joseph Partner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John Joseph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 Joseph Partners template</dc:title>
  <dc:subject>PptxGenJS Presentation</dc:subject>
  <dc:creator>John Joseph Partners</dc:creator>
  <cp:lastModifiedBy>John Joseph Partners</cp:lastModifiedBy>
  <cp:revision>1</cp:revision>
  <dcterms:created xsi:type="dcterms:W3CDTF">2026-10-22T01:27:56Z</dcterms:created>
  <dcterms:modified xsi:type="dcterms:W3CDTF">2026-10-22T01:27:56Z</dcterms:modified>
</cp:coreProperties>
</file>