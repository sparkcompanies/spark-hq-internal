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a67eb62f-0421-e7c9-8ff7-74c36f68a3e5}">
          <p14:sldIdLst>
            <p14:sldId id="256"/>
            <p14:sldId id="257"/>
          </p14:sldIdLst>
        </p14:section>
        <p14:section name="Detail" id="{38d1b5f4-af0d-74a7-c16c-a83f56234d53}">
          <p14:sldIdLst>
            <p14:sldId id="258"/>
            <p14:sldId id="259"/>
            <p14:sldId id="260"/>
          </p14:sldIdLst>
        </p14:section>
        <p14:section name="Ahead" id="{54851a6f-9c6d-d38a-4fd7-73f979124f68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 to fill</c:v>
                </c:pt>
              </c:strCache>
            </c:strRef>
          </c:tx>
          <c:spPr>
            <a:solidFill>
              <a:srgbClr val="FFDD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140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Intake</c:v>
                  </c:pt>
                  <c:pt idx="1">
                    <c:v>Sourcing</c:v>
                  </c:pt>
                  <c:pt idx="2">
                    <c:v>Screening</c:v>
                  </c:pt>
                  <c:pt idx="3">
                    <c:v>Client review</c:v>
                  </c:pt>
                  <c:pt idx="4">
                    <c:v>Offer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9</c:v>
                </c:pt>
                <c:pt idx="2">
                  <c:v>4</c:v>
                </c:pt>
                <c:pt idx="3">
                  <c:v>6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140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6A5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CE9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6A5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QBR earns the next quarter. Lead with results, be honest about misses.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3D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packaging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2299716" cy="7269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200" kern="0" dirty="0">
                <a:solidFill>
                  <a:srgbClr val="8A847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DD5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3D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400" kern="0" dirty="0">
                <a:solidFill>
                  <a:srgbClr val="FFDD5F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pic>
        <p:nvPicPr>
          <p:cNvPr id="4" name="Image 0" descr="logos/packaging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852160"/>
            <a:ext cx="1298448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DD5F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F6A5D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packaging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948233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packaging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948233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3D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FFDD5F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pic>
        <p:nvPicPr>
          <p:cNvPr id="4" name="Image 0" descr="logos/packaging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760720"/>
            <a:ext cx="1298448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DD5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dirty="0">
                <a:solidFill>
                  <a:schemeClr val="bg1"/>
                </a:solidFill>
              </a:rPr>
              <a:t>QUARTERLY BUSINESS REVIEW</a:t>
            </a:r>
            <a:endParaRPr lang="en-US" sz="6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3B4"/>
                </a:solidFill>
              </a:rPr>
              <a:t>[Client name] · [Quarter]. What we did, what it produced, what changes next quarter.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8A8474"/>
                </a:solidFill>
              </a:rPr>
              <a:t>SPARK PACKAGING™  ·  JUST WATCH 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The quarter in four numbers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DD5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ROLES FILLED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DD5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DAYS AVERAGE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DD5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00%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RETENTION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879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DD5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88879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OPEN NOW</a:t>
            </a:r>
            <a:endParaRPr lang="en-US" sz="1200" dirty="0"/>
          </a:p>
        </p:txBody>
      </p:sp>
      <p:sp>
        <p:nvSpPr>
          <p:cNvPr id="11" name="qNote"/>
          <p:cNvSpPr/>
          <p:nvPr/>
        </p:nvSpPr>
        <p:spPr>
          <a:xfrm>
            <a:off x="658368" y="4069080"/>
            <a:ext cx="108722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3708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D"/>
                </a:solidFill>
              </a:rPr>
              <a:t>Pull these from the Charge Report before the meeting, not from memory.</a:t>
            </a:r>
            <a:endParaRPr lang="en-US" sz="1400" dirty="0"/>
          </a:p>
        </p:txBody>
      </p:sp>
      <p:sp>
        <p:nvSpPr>
          <p:cNvPr id="13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DD5F"/>
                </a:solidFill>
              </a:rPr>
              <a:t>THE QUARTER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dirty="0">
                <a:solidFill>
                  <a:schemeClr val="bg1"/>
                </a:solidFill>
              </a:rPr>
              <a:t>WHAT ACTUALLY HAPPENED</a:t>
            </a:r>
            <a:endParaRPr lang="en-US" sz="5600" dirty="0"/>
          </a:p>
        </p:txBody>
      </p:sp>
      <p:sp>
        <p:nvSpPr>
          <p:cNvPr id="4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Worked, did not work, changing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FDD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worked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Name it specifically enough that we could repeat it on purpose.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FFDD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did not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Say the miss out loud. They already know; pretending otherwise costs you the room.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FFDD5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changes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One or two concrete changes, each with an owner and a date.</a:t>
            </a:r>
            <a:endParaRPr lang="en-US" sz="1250" dirty="0"/>
          </a:p>
        </p:txBody>
      </p:sp>
      <p:sp>
        <p:nvSpPr>
          <p:cNvPr id="18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Where the time went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58368" y="1691640"/>
          <a:ext cx="10872216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58368" y="5349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486"/>
                </a:solidFill>
              </a:rPr>
              <a:t>Replace with the real stage timings. The point is to show where the delay actually sits.</a:t>
            </a:r>
            <a:endParaRPr lang="en-US" sz="1200" dirty="0"/>
          </a:p>
        </p:txBody>
      </p:sp>
      <p:sp>
        <p:nvSpPr>
          <p:cNvPr id="5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Next quarter</a:t>
            </a:r>
            <a:endParaRPr lang="en-US" sz="4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37360"/>
          <a:ext cx="10872216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2596896"/>
                <a:gridCol w="26060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Commitment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Owner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By when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[What we will do]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[Name]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[Date]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[What you will do]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[Their name]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[Date]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[Joint]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[Both]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[Date]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FFDD5F"/>
                </a:solidFill>
              </a:rPr>
              <a:t>SAME TIME NEXT QUARTER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3B4"/>
                </a:solidFill>
              </a:rPr>
              <a:t>Book the next one before you leave the room.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ark Packaging">
  <a:themeElements>
    <a:clrScheme name="Spark Packaging">
      <a:dk1>
        <a:srgbClr val="3D3D3D"/>
      </a:dk1>
      <a:lt1>
        <a:srgbClr val="FFFFFF"/>
      </a:lt1>
      <a:dk2>
        <a:srgbClr val="3B3527"/>
      </a:dk2>
      <a:lt2>
        <a:srgbClr val="FAF9F6"/>
      </a:lt2>
      <a:accent1>
        <a:srgbClr val="FFDD5F"/>
      </a:accent1>
      <a:accent2>
        <a:srgbClr val="FFE98F"/>
      </a:accent2>
      <a:accent3>
        <a:srgbClr val="FCD20E"/>
      </a:accent3>
      <a:accent4>
        <a:srgbClr val="EC8F2F"/>
      </a:accent4>
      <a:accent5>
        <a:srgbClr val="0C2745"/>
      </a:accent5>
      <a:accent6>
        <a:srgbClr val="3D3D3D"/>
      </a:accent6>
      <a:hlink>
        <a:srgbClr val="7A5D00"/>
      </a:hlink>
      <a:folHlink>
        <a:srgbClr val="9A9486"/>
      </a:folHlink>
    </a:clrScheme>
    <a:fontScheme name="Spark Packaging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Spark Packaging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 Packaging template</dc:title>
  <dc:subject>PptxGenJS Presentation</dc:subject>
  <dc:creator>Spark Packaging</dc:creator>
  <cp:lastModifiedBy>Spark Packaging</cp:lastModifiedBy>
  <cp:revision>1</cp:revision>
  <dcterms:created xsi:type="dcterms:W3CDTF">2026-10-22T01:27:58Z</dcterms:created>
  <dcterms:modified xsi:type="dcterms:W3CDTF">2026-10-22T01:27:58Z</dcterms:modified>
</cp:coreProperties>
</file>