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78ec0bda-6242-36b8-83d4-5e29ec80367a}">
          <p14:sldIdLst>
            <p14:sldId id="256"/>
            <p14:sldId id="257"/>
          </p14:sldIdLst>
        </p14:section>
        <p14:section name="Detail" id="{78d663cb-9a8a-9f66-e96d-dbd0eb864a08}">
          <p14:sldIdLst>
            <p14:sldId id="258"/>
            <p14:sldId id="259"/>
            <p14:sldId id="260"/>
          </p14:sldIdLst>
        </p14:section>
        <p14:section name="Ahead" id="{3542f981-ae03-2a23-8782-4e3e0b6d7851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 to fill</c:v>
                </c:pt>
              </c:strCache>
            </c:strRef>
          </c:tx>
          <c:spPr>
            <a:solidFill>
              <a:srgbClr val="FFDE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140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Intake</c:v>
                  </c:pt>
                  <c:pt idx="1">
                    <c:v>Sourcing</c:v>
                  </c:pt>
                  <c:pt idx="2">
                    <c:v>Screening</c:v>
                  </c:pt>
                  <c:pt idx="3">
                    <c:v>Client review</c:v>
                  </c:pt>
                  <c:pt idx="4">
                    <c:v>Offer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9</c:v>
                </c:pt>
                <c:pt idx="2">
                  <c:v>4</c:v>
                </c:pt>
                <c:pt idx="3">
                  <c:v>6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140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F6A5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CE9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F6A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QBR earns the next quarter. Lead with results, be honest about misses.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3E3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204618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E59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3E3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FDE59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45413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E59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9828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9828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3E3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DE59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45413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E59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QUARTERLY BUSINESS REVIEW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[Client name] · [Quarter]. What we did, what it produced, what changes next quarter.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SPARK PACKAGING™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quarter in four numbers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ROLES FILLED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AVERAGE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RETENTION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OPEN NOW</a:t>
            </a:r>
            <a:endParaRPr lang="en-US" sz="1200" dirty="0"/>
          </a:p>
        </p:txBody>
      </p:sp>
      <p:sp>
        <p:nvSpPr>
          <p:cNvPr id="11" name="q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Pull these from the Charge Report before the meeting, not from memory.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DE59"/>
                </a:solidFill>
              </a:rPr>
              <a:t>THE QUARTER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WHAT ACTUALLY HAPPENED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Worked, did not work, changing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worked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Name it specifically enough that we could repeat it on purpose.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did not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the miss out loud. They already know; pretending otherwise costs you the room.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One or two concrete changes, each with an owner and a date.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Where the time went</a:t>
            </a:r>
            <a:endParaRPr lang="en-US" sz="4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58368" y="1691640"/>
          <a:ext cx="10872216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5349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Replace with the real stage timings. The point is to show where the delay actually sits.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Next quarter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2596896"/>
                <a:gridCol w="2606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Commitment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E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Owner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E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By when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E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[What we will do]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[Name]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[What you will do]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[Their name]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[Joint]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[Both]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[Date]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DE59"/>
                </a:solidFill>
              </a:rPr>
              <a:t>SAME TIME NEXT QUARTER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Book the next one before you leave the room.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rk Packaging">
  <a:themeElements>
    <a:clrScheme name="Spark Packaging">
      <a:dk1>
        <a:srgbClr val="3E3E3E"/>
      </a:dk1>
      <a:lt1>
        <a:srgbClr val="FFFFFF"/>
      </a:lt1>
      <a:dk2>
        <a:srgbClr val="3B3527"/>
      </a:dk2>
      <a:lt2>
        <a:srgbClr val="FAF9F6"/>
      </a:lt2>
      <a:accent1>
        <a:srgbClr val="FFDE59"/>
      </a:accent1>
      <a:accent2>
        <a:srgbClr val="FFE98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Spark Packaging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Spark Packaging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Packaging template</dc:title>
  <dc:subject>PptxGenJS Presentation</dc:subject>
  <dc:creator>Spark Packaging</dc:creator>
  <cp:lastModifiedBy>Spark Packaging</cp:lastModifiedBy>
  <cp:revision>1</cp:revision>
  <dcterms:created xsi:type="dcterms:W3CDTF">2026-10-22T02:03:02Z</dcterms:created>
  <dcterms:modified xsi:type="dcterms:W3CDTF">2026-10-22T02:03:02Z</dcterms:modified>
</cp:coreProperties>
</file>