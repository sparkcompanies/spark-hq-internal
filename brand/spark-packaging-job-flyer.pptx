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442009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DE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E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E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E3E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packaging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9656064"/>
            <a:ext cx="832104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E3E3E"/>
      </a:dk1>
      <a:lt1>
        <a:srgbClr val="FFFFFF"/>
      </a:lt1>
      <a:dk2>
        <a:srgbClr val="3B3527"/>
      </a:dk2>
      <a:lt2>
        <a:srgbClr val="FAF9F6"/>
      </a:lt2>
      <a:accent1>
        <a:srgbClr val="FFDE59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job flyer</dc:title>
  <dc:subject>PptxGenJS Presentation</dc:subject>
  <dc:creator>Spark Packaging</dc:creator>
  <cp:lastModifiedBy>Spark Packaging</cp:lastModifiedBy>
  <cp:revision>1</cp:revision>
  <dcterms:created xsi:type="dcterms:W3CDTF">2026-10-22T10:50:36Z</dcterms:created>
  <dcterms:modified xsi:type="dcterms:W3CDTF">2026-10-22T10:50:36Z</dcterms:modified>
</cp:coreProperties>
</file>