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14c4e697-2f2a-1357-020b-aecd4a10158c}">
          <p14:sldIdLst>
            <p14:sldId id="256"/>
            <p14:sldId id="257"/>
          </p14:sldIdLst>
        </p14:section>
        <p14:section name="Detail" id="{7741c503-a9dd-6bfe-f251-93c0d812836c}">
          <p14:sldIdLst>
            <p14:sldId id="258"/>
            <p14:sldId id="259"/>
            <p14:sldId id="260"/>
          </p14:sldIdLst>
        </p14:section>
        <p14:section name="Ahead" id="{bee43d14-6808-abba-daad-913c881866ef}">
          <p14:sldIdLst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Days to fill</c:v>
                </c:pt>
              </c:strCache>
            </c:strRef>
          </c:tx>
          <c:spPr>
            <a:solidFill>
              <a:srgbClr val="FAD11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6140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Intake</c:v>
                  </c:pt>
                  <c:pt idx="1">
                    <c:v>Sourcing</c:v>
                  </c:pt>
                  <c:pt idx="2">
                    <c:v>Screening</c:v>
                  </c:pt>
                  <c:pt idx="3">
                    <c:v>Client review</c:v>
                  </c:pt>
                  <c:pt idx="4">
                    <c:v>Offer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9</c:v>
                </c:pt>
                <c:pt idx="2">
                  <c:v>4</c:v>
                </c:pt>
                <c:pt idx="3">
                  <c:v>6</c:v>
                </c:pt>
                <c:pt idx="4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6140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F6A5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CE9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F6A5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QBR earns the next quarter. Lead with results, be honest about misses.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s/jjp-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48640"/>
            <a:ext cx="1723644" cy="72694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2240280"/>
            <a:ext cx="1024128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8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58368" y="429768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C3B4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58368" y="589788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spc="200" kern="0" dirty="0">
                <a:solidFill>
                  <a:srgbClr val="8A8474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6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AD110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58368" y="260604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400" kern="0" dirty="0">
                <a:solidFill>
                  <a:srgbClr val="FAD110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3017520"/>
            <a:ext cx="102412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600" dirty="0"/>
          </a:p>
        </p:txBody>
      </p:sp>
      <p:pic>
        <p:nvPicPr>
          <p:cNvPr id="4" name="Image 0" descr="logos/jjp-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5852160"/>
            <a:ext cx="973836" cy="41056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AD110"/>
          </a:solidFill>
          <a:ln/>
        </p:spPr>
      </p:sp>
      <p:sp>
        <p:nvSpPr>
          <p:cNvPr id="6" name="Text 1"/>
          <p:cNvSpPr/>
          <p:nvPr>
            <p:ph idx="104" hasCustomPrompt="1"/>
          </p:nvPr>
        </p:nvSpPr>
        <p:spPr>
          <a:xfrm>
            <a:off x="658368" y="5989320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6F6A5D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pic>
        <p:nvPicPr>
          <p:cNvPr id="3" name="Image 0" descr="logos/jjp-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6053328"/>
            <a:ext cx="711403" cy="299923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9A9486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pic>
        <p:nvPicPr>
          <p:cNvPr id="3" name="Image 0" descr="logos/jjp-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6053328"/>
            <a:ext cx="711403" cy="299923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9A9486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2286000"/>
            <a:ext cx="102412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dirty="0">
                <a:solidFill>
                  <a:srgbClr val="FAD110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58368" y="3886200"/>
            <a:ext cx="78638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rgbClr val="C9C3B4"/>
                </a:solidFill>
              </a:defRPr>
            </a:lvl1pPr>
          </a:lstStyle>
          <a:p>
            <a:pPr algn="l" indent="0" marL="0">
              <a:buNone/>
            </a:pPr>
            <a:endParaRPr lang="en-US" sz="1700" dirty="0"/>
          </a:p>
        </p:txBody>
      </p:sp>
      <p:pic>
        <p:nvPicPr>
          <p:cNvPr id="4" name="Image 0" descr="logos/jjp-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5760720"/>
            <a:ext cx="973836" cy="41056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AD110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658368" y="2240280"/>
            <a:ext cx="10241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800" dirty="0">
                <a:solidFill>
                  <a:schemeClr val="bg1"/>
                </a:solidFill>
              </a:rPr>
              <a:t>QUARTERLY BUSINESS REVIEW</a:t>
            </a:r>
            <a:endParaRPr lang="en-US" sz="68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658368" y="4297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C3B4"/>
                </a:solidFill>
              </a:rPr>
              <a:t>[Client name] · [Quarter]. What we did, what it produced, what changes next quarter.</a:t>
            </a:r>
            <a:endParaRPr lang="en-US" sz="1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658368" y="5897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8A8474"/>
                </a:solidFill>
              </a:rPr>
              <a:t>JOHN JOSEPH PARTNERS®  ·  JUST WATCH US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The quarter in four numbers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FAD11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00</a:t>
            </a:r>
            <a:endParaRPr lang="en-US" sz="76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ROLES FILLED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4015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FAD11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00</a:t>
            </a:r>
            <a:endParaRPr lang="en-US" sz="7600" dirty="0"/>
          </a:p>
        </p:txBody>
      </p:sp>
      <p:sp>
        <p:nvSpPr>
          <p:cNvPr id="6" name="Text 4"/>
          <p:cNvSpPr txBox="1"/>
          <p:nvPr/>
        </p:nvSpPr>
        <p:spPr>
          <a:xfrm>
            <a:off x="34015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DAYS AVERAGE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1447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FAD11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00%</a:t>
            </a:r>
            <a:endParaRPr lang="en-US" sz="7600" dirty="0"/>
          </a:p>
        </p:txBody>
      </p:sp>
      <p:sp>
        <p:nvSpPr>
          <p:cNvPr id="8" name="Text 6"/>
          <p:cNvSpPr txBox="1"/>
          <p:nvPr/>
        </p:nvSpPr>
        <p:spPr>
          <a:xfrm>
            <a:off x="61447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RETENTION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8879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FAD11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00</a:t>
            </a:r>
            <a:endParaRPr lang="en-US" sz="7600" dirty="0"/>
          </a:p>
        </p:txBody>
      </p:sp>
      <p:sp>
        <p:nvSpPr>
          <p:cNvPr id="10" name="Text 8"/>
          <p:cNvSpPr txBox="1"/>
          <p:nvPr/>
        </p:nvSpPr>
        <p:spPr>
          <a:xfrm>
            <a:off x="88879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OPEN NOW</a:t>
            </a:r>
            <a:endParaRPr lang="en-US" sz="1200" dirty="0"/>
          </a:p>
        </p:txBody>
      </p:sp>
      <p:sp>
        <p:nvSpPr>
          <p:cNvPr id="11" name="qNote"/>
          <p:cNvSpPr/>
          <p:nvPr/>
        </p:nvSpPr>
        <p:spPr>
          <a:xfrm>
            <a:off x="658368" y="4069080"/>
            <a:ext cx="10872216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4370832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A5D"/>
                </a:solidFill>
              </a:rPr>
              <a:t>Pull these from the Charge Report before the meeting, not from memory.</a:t>
            </a:r>
            <a:endParaRPr lang="en-US" sz="1400" dirty="0"/>
          </a:p>
        </p:txBody>
      </p:sp>
      <p:sp>
        <p:nvSpPr>
          <p:cNvPr id="13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58368" y="2606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AD110"/>
                </a:solidFill>
              </a:rPr>
              <a:t>THE QUARTER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3017520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dirty="0">
                <a:solidFill>
                  <a:schemeClr val="bg1"/>
                </a:solidFill>
              </a:rPr>
              <a:t>WHAT ACTUALLY HAPPENED</a:t>
            </a:r>
            <a:endParaRPr lang="en-US" sz="5600" dirty="0"/>
          </a:p>
        </p:txBody>
      </p:sp>
      <p:sp>
        <p:nvSpPr>
          <p:cNvPr id="4" name="Text 1"/>
          <p:cNvSpPr/>
          <p:nvPr>
            <p:ph idx="104" hasCustomPrompt="1"/>
          </p:nvPr>
        </p:nvSpPr>
        <p:spPr>
          <a:xfrm>
            <a:off x="658368" y="5989320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Worked, did not work, changing</a:t>
            </a:r>
            <a:endParaRPr lang="en-US" sz="4000" dirty="0"/>
          </a:p>
        </p:txBody>
      </p:sp>
      <p:sp>
        <p:nvSpPr>
          <p:cNvPr id="3" name="card1"/>
          <p:cNvSpPr/>
          <p:nvPr/>
        </p:nvSpPr>
        <p:spPr>
          <a:xfrm>
            <a:off x="658368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4" name="dot1"/>
          <p:cNvSpPr/>
          <p:nvPr/>
        </p:nvSpPr>
        <p:spPr>
          <a:xfrm>
            <a:off x="914400" y="1965960"/>
            <a:ext cx="365760" cy="365760"/>
          </a:xfrm>
          <a:prstGeom prst="ellipse">
            <a:avLst/>
          </a:prstGeom>
          <a:solidFill>
            <a:srgbClr val="FAD11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worked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Name it specifically enough that we could repeat it on purpose.</a:t>
            </a:r>
            <a:endParaRPr lang="en-US" sz="1250" dirty="0"/>
          </a:p>
        </p:txBody>
      </p:sp>
      <p:sp>
        <p:nvSpPr>
          <p:cNvPr id="8" name="card2"/>
          <p:cNvSpPr/>
          <p:nvPr/>
        </p:nvSpPr>
        <p:spPr>
          <a:xfrm>
            <a:off x="4373880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9" name="dot2"/>
          <p:cNvSpPr/>
          <p:nvPr/>
        </p:nvSpPr>
        <p:spPr>
          <a:xfrm>
            <a:off x="4629912" y="1965960"/>
            <a:ext cx="365760" cy="365760"/>
          </a:xfrm>
          <a:prstGeom prst="ellipse">
            <a:avLst/>
          </a:prstGeom>
          <a:solidFill>
            <a:srgbClr val="FAD11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29912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29912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did not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29912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Say the miss out loud. They already know; pretending otherwise costs you the room.</a:t>
            </a:r>
            <a:endParaRPr lang="en-US" sz="1250" dirty="0"/>
          </a:p>
        </p:txBody>
      </p:sp>
      <p:sp>
        <p:nvSpPr>
          <p:cNvPr id="13" name="card3"/>
          <p:cNvSpPr/>
          <p:nvPr/>
        </p:nvSpPr>
        <p:spPr>
          <a:xfrm>
            <a:off x="8089392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14" name="dot3"/>
          <p:cNvSpPr/>
          <p:nvPr/>
        </p:nvSpPr>
        <p:spPr>
          <a:xfrm>
            <a:off x="8345424" y="1965960"/>
            <a:ext cx="365760" cy="365760"/>
          </a:xfrm>
          <a:prstGeom prst="ellipse">
            <a:avLst/>
          </a:prstGeom>
          <a:solidFill>
            <a:srgbClr val="FAD11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45424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45424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changes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45424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One or two concrete changes, each with an owner and a date.</a:t>
            </a:r>
            <a:endParaRPr lang="en-US" sz="1250" dirty="0"/>
          </a:p>
        </p:txBody>
      </p:sp>
      <p:sp>
        <p:nvSpPr>
          <p:cNvPr id="18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Where the time went</a:t>
            </a:r>
            <a:endParaRPr lang="en-US" sz="4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58368" y="1691640"/>
          <a:ext cx="10872216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58368" y="534924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9486"/>
                </a:solidFill>
              </a:rPr>
              <a:t>Replace with the real stage timings. The point is to show where the delay actually sits.</a:t>
            </a:r>
            <a:endParaRPr lang="en-US" sz="1200" dirty="0"/>
          </a:p>
        </p:txBody>
      </p:sp>
      <p:sp>
        <p:nvSpPr>
          <p:cNvPr id="5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Next quarter</a:t>
            </a:r>
            <a:endParaRPr lang="en-US" sz="4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737360"/>
          <a:ext cx="10872216" cy="914400"/>
        </p:xfrm>
        <a:graphic>
          <a:graphicData uri="http://schemas.openxmlformats.org/drawingml/2006/table">
            <a:tbl>
              <a:tblPr/>
              <a:tblGrid>
                <a:gridCol w="5669280"/>
                <a:gridCol w="2596896"/>
                <a:gridCol w="26060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Commitment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Owner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By when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[What we will do]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[Name]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[Date]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[What you will do]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[Their name]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[Date]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[Joint]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[Both]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[Date]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228600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dirty="0">
                <a:solidFill>
                  <a:srgbClr val="FAD110"/>
                </a:solidFill>
              </a:rPr>
              <a:t>SAME TIME NEXT QUARTER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58368" y="388620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700" dirty="0">
                <a:solidFill>
                  <a:srgbClr val="C9C3B4"/>
                </a:solidFill>
              </a:rPr>
              <a:t>Book the next one before you leave the room.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ohn Joseph Partners">
  <a:themeElements>
    <a:clrScheme name="John Joseph Partners">
      <a:dk1>
        <a:srgbClr val="000000"/>
      </a:dk1>
      <a:lt1>
        <a:srgbClr val="FFFFFF"/>
      </a:lt1>
      <a:dk2>
        <a:srgbClr val="3B3527"/>
      </a:dk2>
      <a:lt2>
        <a:srgbClr val="FAF9F6"/>
      </a:lt2>
      <a:accent1>
        <a:srgbClr val="FAD110"/>
      </a:accent1>
      <a:accent2>
        <a:srgbClr val="FFE255"/>
      </a:accent2>
      <a:accent3>
        <a:srgbClr val="FCD20E"/>
      </a:accent3>
      <a:accent4>
        <a:srgbClr val="EC8F2F"/>
      </a:accent4>
      <a:accent5>
        <a:srgbClr val="0C2745"/>
      </a:accent5>
      <a:accent6>
        <a:srgbClr val="3D3D3D"/>
      </a:accent6>
      <a:hlink>
        <a:srgbClr val="7A5D00"/>
      </a:hlink>
      <a:folHlink>
        <a:srgbClr val="9A9486"/>
      </a:folHlink>
    </a:clrScheme>
    <a:fontScheme name="John Joseph Partners">
      <a:majorFont>
        <a:latin typeface="Bebas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entury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John Joseph Partners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John Joseph Partners template</dc:title>
  <dc:subject>PptxGenJS Presentation</dc:subject>
  <dc:creator>John Joseph Partners</dc:creator>
  <cp:lastModifiedBy>John Joseph Partners</cp:lastModifiedBy>
  <cp:revision>1</cp:revision>
  <dcterms:created xsi:type="dcterms:W3CDTF">2026-10-22T01:27:56Z</dcterms:created>
  <dcterms:modified xsi:type="dcterms:W3CDTF">2026-10-22T01:27:56Z</dcterms:modified>
</cp:coreProperties>
</file>