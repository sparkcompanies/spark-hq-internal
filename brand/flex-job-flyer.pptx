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at 8.5 x 11. Replace the QR box with a real apply code before printing - a flyer with a dead code is worse than no flyer.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flex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48640"/>
            <a:ext cx="1376172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41732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C8F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NOW HIRING</a:t>
            </a:r>
            <a:endParaRPr lang="en-US" sz="1300" dirty="0"/>
          </a:p>
        </p:txBody>
      </p:sp>
      <p:sp>
        <p:nvSpPr>
          <p:cNvPr id="4" name="role"/>
          <p:cNvSpPr/>
          <p:nvPr/>
        </p:nvSpPr>
        <p:spPr>
          <a:xfrm>
            <a:off x="566928" y="1783080"/>
            <a:ext cx="6638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[ROLE TITLE]</a:t>
            </a:r>
            <a:endParaRPr lang="en-US" sz="7600" dirty="0"/>
          </a:p>
        </p:txBody>
      </p:sp>
      <p:sp>
        <p:nvSpPr>
          <p:cNvPr id="5" name="Text 2"/>
          <p:cNvSpPr/>
          <p:nvPr/>
        </p:nvSpPr>
        <p:spPr>
          <a:xfrm>
            <a:off x="566928" y="3154680"/>
            <a:ext cx="6638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$00.00 / HOUR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66928" y="3858768"/>
            <a:ext cx="1005840" cy="45720"/>
          </a:xfrm>
          <a:prstGeom prst="rect">
            <a:avLst/>
          </a:prstGeom>
          <a:solidFill>
            <a:srgbClr val="EC8F2F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4069080"/>
            <a:ext cx="6638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[Shift]   ·   [City, State]   ·   Starts [date]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4663440"/>
            <a:ext cx="6638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8F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WOULD BE DOING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" y="5047488"/>
            <a:ext cx="91440" cy="9144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49651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line on the actual work.]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5216" y="5376672"/>
            <a:ext cx="91440" cy="9144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5294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[Another line.]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5216" y="5705856"/>
            <a:ext cx="91440" cy="9144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5623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[A third line.]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172200"/>
            <a:ext cx="6638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8F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NEED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" y="6556248"/>
            <a:ext cx="91440" cy="9144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64739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[Experience or certification.]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5216" y="6885432"/>
            <a:ext cx="91440" cy="9144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68031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[Physical or schedule requirement.]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85216" y="7214616"/>
            <a:ext cx="91440" cy="9144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21" name="Text 18"/>
          <p:cNvSpPr/>
          <p:nvPr/>
        </p:nvSpPr>
        <p:spPr>
          <a:xfrm>
            <a:off x="804672" y="7132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[Nice to have.]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7818120"/>
            <a:ext cx="7772400" cy="2240280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" y="8028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C27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6928" y="83027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Call or text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6928" y="85039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614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000-000-0000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566928" y="8979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[yoursite.com/apply]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66928" y="9272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Walk-ins welcome at [address].</a:t>
            </a:r>
            <a:endParaRPr lang="en-US" sz="1100" dirty="0"/>
          </a:p>
        </p:txBody>
      </p:sp>
      <p:sp>
        <p:nvSpPr>
          <p:cNvPr id="28" name="qrSlot"/>
          <p:cNvSpPr/>
          <p:nvPr/>
        </p:nvSpPr>
        <p:spPr>
          <a:xfrm>
            <a:off x="5724144" y="8046720"/>
            <a:ext cx="148132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24144" y="83667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Drop your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apply QR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here</a:t>
            </a:r>
            <a:endParaRPr lang="en-US" sz="1100" dirty="0"/>
          </a:p>
        </p:txBody>
      </p:sp>
      <p:pic>
        <p:nvPicPr>
          <p:cNvPr id="30" name="Image 1" descr="logos/flex-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73" y="9656064"/>
            <a:ext cx="793699" cy="27432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0" y="9966960"/>
            <a:ext cx="7772400" cy="91440"/>
          </a:xfrm>
          <a:prstGeom prst="rect">
            <a:avLst/>
          </a:prstGeom>
          <a:solidFill>
            <a:srgbClr val="EC8F2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Flex Workforce Solutions">
  <a:themeElements>
    <a:clrScheme name="Flex Workforce Solutions">
      <a:dk1>
        <a:srgbClr val="0C2745"/>
      </a:dk1>
      <a:lt1>
        <a:srgbClr val="FFFFFF"/>
      </a:lt1>
      <a:dk2>
        <a:srgbClr val="3B3527"/>
      </a:dk2>
      <a:lt2>
        <a:srgbClr val="FAF9F6"/>
      </a:lt2>
      <a:accent1>
        <a:srgbClr val="EC8F2F"/>
      </a:accent1>
      <a:accent2>
        <a:srgbClr val="F7AE5E"/>
      </a:accent2>
      <a:accent3>
        <a:srgbClr val="FCD20E"/>
      </a:accent3>
      <a:accent4>
        <a:srgbClr val="EC8F2F"/>
      </a:accent4>
      <a:accent5>
        <a:srgbClr val="0C2745"/>
      </a:accent5>
      <a:accent6>
        <a:srgbClr val="3E3E3E"/>
      </a:accent6>
      <a:hlink>
        <a:srgbClr val="7A5D00"/>
      </a:hlink>
      <a:folHlink>
        <a:srgbClr val="9A9486"/>
      </a:folHlink>
    </a:clrScheme>
    <a:fontScheme name="Flex Workforce Solution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Flex Workforce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 Workforce Solutions job flyer</dc:title>
  <dc:subject>PptxGenJS Presentation</dc:subject>
  <dc:creator>Flex Workforce Solutions</dc:creator>
  <cp:lastModifiedBy>Flex Workforce Solutions</cp:lastModifiedBy>
  <cp:revision>1</cp:revision>
  <dcterms:created xsi:type="dcterms:W3CDTF">2026-10-22T10:50:35Z</dcterms:created>
  <dcterms:modified xsi:type="dcterms:W3CDTF">2026-10-22T10:50:35Z</dcterms:modified>
</cp:coreProperties>
</file>