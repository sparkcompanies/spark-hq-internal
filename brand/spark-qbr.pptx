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92ca9b5-e193-82ca-4246-75e2d6e34fe4}">
          <p14:sldIdLst>
            <p14:sldId id="256"/>
            <p14:sldId id="257"/>
          </p14:sldIdLst>
        </p14:section>
        <p14:section name="Detail" id="{267942cb-a024-7b8e-fd23-e212443ff139}">
          <p14:sldIdLst>
            <p14:sldId id="258"/>
            <p14:sldId id="259"/>
            <p14:sldId id="260"/>
          </p14:sldIdLst>
        </p14:section>
        <p14:section name="Ahead" id="{6a95bc4e-5586-4914-93e2-8aa3d7e7a17f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fill</c:v>
                </c:pt>
              </c:strCache>
            </c:strRef>
          </c:tx>
          <c:spPr>
            <a:solidFill>
              <a:srgbClr val="FFC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Intake</c:v>
                  </c:pt>
                  <c:pt idx="1">
                    <c:v>Sourcing</c:v>
                  </c:pt>
                  <c:pt idx="2">
                    <c:v>Screening</c:v>
                  </c:pt>
                  <c:pt idx="3">
                    <c:v>Client review</c:v>
                  </c:pt>
                  <c:pt idx="4">
                    <c:v>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QBR earns the next quarter. Lead with results, be honest about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3120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C80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C80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QUARTERLY BUSINESS REVIEW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[Client name] · [Quarter]. What we did, what it produced, what changes next quarter.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COMPANIES®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quarter in four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ROLES FILLED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AVERAGE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RETENTION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OPEN NOW</a:t>
            </a:r>
            <a:endParaRPr lang="en-US" sz="1200" dirty="0"/>
          </a:p>
        </p:txBody>
      </p:sp>
      <p:sp>
        <p:nvSpPr>
          <p:cNvPr id="11" name="q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these from the Charge Report before the meeting, not from memory.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00"/>
                </a:solidFill>
              </a:rPr>
              <a:t>THE QUARTER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ACTUALLY HAPPENED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Worked, did not work, changing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 it specifically enough that we could repeat it on purpose.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miss out loud. They already know; pretending otherwise costs you the room.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One or two concrete changes, each with an owner and a date.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the time went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691640"/>
          <a:ext cx="1087221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Replace with the real stage timings. The point is to show where the delay actually sits.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Next quarter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596896"/>
                <a:gridCol w="2606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Commitment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Owner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By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we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you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[Their 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[Joint]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[Both]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C800"/>
                </a:solidFill>
              </a:rPr>
              <a:t>SAME TIME NEXT QUARTER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Book the next one before you leave the room.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template</dc:title>
  <dc:subject>PptxGenJS Presentation</dc:subject>
  <dc:creator>Spark Companies</dc:creator>
  <cp:lastModifiedBy>Spark Companies</cp:lastModifiedBy>
  <cp:revision>1</cp:revision>
  <dcterms:created xsi:type="dcterms:W3CDTF">2026-10-22T01:05:56Z</dcterms:created>
  <dcterms:modified xsi:type="dcterms:W3CDTF">2026-10-22T01:05:56Z</dcterms:modified>
</cp:coreProperties>
</file>