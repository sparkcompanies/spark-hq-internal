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ba80c7e8-eafa-9bf4-dee0-52bfba00ddd1}">
          <p14:sldIdLst>
            <p14:sldId id="256"/>
          </p14:sldIdLst>
        </p14:section>
        <p14:section name="Who" id="{dab66504-51ef-0c4e-3788-545b6bbc5e60}">
          <p14:sldIdLst>
            <p14:sldId id="257"/>
            <p14:sldId id="258"/>
          </p14:sldIdLst>
        </p14:section>
        <p14:section name="Role" id="{ac768ce5-dd72-ff94-df24-6a3ff7af029f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92401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EC8F2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EC8F2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FLEX WORKFORCE SOLUTIONS™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C8F2F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EC8F2F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template</dc:title>
  <dc:subject>PptxGenJS Presentation</dc:subject>
  <dc:creator>Flex Workforce Solutions</dc:creator>
  <cp:lastModifiedBy>Flex Workforce Solutions</cp:lastModifiedBy>
  <cp:revision>1</cp:revision>
  <dcterms:created xsi:type="dcterms:W3CDTF">2026-10-22T01:27:57Z</dcterms:created>
  <dcterms:modified xsi:type="dcterms:W3CDTF">2026-10-22T01:27:57Z</dcterms:modified>
</cp:coreProperties>
</file>