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2844474-6ef1-287f-4409-968bd0574840}">
          <p14:sldIdLst>
            <p14:sldId id="256"/>
          </p14:sldIdLst>
        </p14:section>
        <p14:section name="Understanding" id="{95bb26db-16fa-8db7-3e29-0ec93619c7d2}">
          <p14:sldIdLst>
            <p14:sldId id="257"/>
            <p14:sldId id="258"/>
          </p14:sldIdLst>
        </p14:section>
        <p14:section name="Approach" id="{25c615ec-a9f3-8beb-b461-92575ce58374}">
          <p14:sldIdLst>
            <p14:sldId id="259"/>
          </p14:sldIdLst>
        </p14:section>
        <p14:section name="Proof" id="{0d70e1a6-158d-3054-2786-26218fbc2b61}">
          <p14:sldIdLst>
            <p14:sldId id="260"/>
          </p14:sldIdLst>
        </p14:section>
        <p14:section name="Commercials" id="{732e0596-4822-d802-4600-e6580448007e}">
          <p14:sldIdLst>
            <p14:sldId id="261"/>
          </p14:sldIdLst>
        </p14:section>
        <p14:section name="Close" id="{d1d15f96-a94f-88b3-2252-3819c6795d3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04618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DE59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4541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09828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09828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DE59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4541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PACKAGING™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E59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recognise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E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DE59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Packaging">
  <a:themeElements>
    <a:clrScheme name="Spark Packaging">
      <a:dk1>
        <a:srgbClr val="3E3E3E"/>
      </a:dk1>
      <a:lt1>
        <a:srgbClr val="FFFFFF"/>
      </a:lt1>
      <a:dk2>
        <a:srgbClr val="3B3527"/>
      </a:dk2>
      <a:lt2>
        <a:srgbClr val="FAF9F6"/>
      </a:lt2>
      <a:accent1>
        <a:srgbClr val="FFDE59"/>
      </a:accent1>
      <a:accent2>
        <a:srgbClr val="FFE98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Packaging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Packaging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Packaging template</dc:title>
  <dc:subject>PptxGenJS Presentation</dc:subject>
  <dc:creator>Spark Packaging</dc:creator>
  <cp:lastModifiedBy>Spark Packaging</cp:lastModifiedBy>
  <cp:revision>1</cp:revision>
  <dcterms:created xsi:type="dcterms:W3CDTF">2026-10-22T02:03:02Z</dcterms:created>
  <dcterms:modified xsi:type="dcterms:W3CDTF">2026-10-22T02:03:02Z</dcterms:modified>
</cp:coreProperties>
</file>