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e98fe16-7e69-8407-ded6-0dee03441d21}">
          <p14:sldIdLst>
            <p14:sldId id="256"/>
          </p14:sldIdLst>
        </p14:section>
        <p14:section name="Understanding" id="{f79064b4-ba05-8faf-587c-38af95545802}">
          <p14:sldIdLst>
            <p14:sldId id="257"/>
            <p14:sldId id="258"/>
          </p14:sldIdLst>
        </p14:section>
        <p14:section name="Approach" id="{6de0d650-b401-37d1-3b27-125502ed6199}">
          <p14:sldIdLst>
            <p14:sldId id="259"/>
          </p14:sldIdLst>
        </p14:section>
        <p14:section name="Proof" id="{fe0cc443-95fe-f0e3-154a-5578d3ed2401}">
          <p14:sldIdLst>
            <p14:sldId id="260"/>
          </p14:sldIdLst>
        </p14:section>
        <p14:section name="Commercials" id="{ed7d4f76-692b-de5b-b70f-3a672dce89c5}">
          <p14:sldIdLst>
            <p14:sldId id="261"/>
          </p14:sldIdLst>
        </p14:section>
        <p14:section name="Close" id="{903da891-3cd7-c9d6-6d28-6c588c937dd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299716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FDD5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packaging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48233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DD5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packaging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9844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DD5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SPARK PACKAGING™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DD5F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recognise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FDD5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FDD5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3D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DD5F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rk Packaging">
  <a:themeElements>
    <a:clrScheme name="Spark Packaging">
      <a:dk1>
        <a:srgbClr val="3D3D3D"/>
      </a:dk1>
      <a:lt1>
        <a:srgbClr val="FFFFFF"/>
      </a:lt1>
      <a:dk2>
        <a:srgbClr val="3B3527"/>
      </a:dk2>
      <a:lt2>
        <a:srgbClr val="FAF9F6"/>
      </a:lt2>
      <a:accent1>
        <a:srgbClr val="FFDD5F"/>
      </a:accent1>
      <a:accent2>
        <a:srgbClr val="FFE98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Spark Packaging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Spark Packaging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Packaging template</dc:title>
  <dc:subject>PptxGenJS Presentation</dc:subject>
  <dc:creator>Spark Packaging</dc:creator>
  <cp:lastModifiedBy>Spark Packaging</cp:lastModifiedBy>
  <cp:revision>1</cp:revision>
  <dcterms:created xsi:type="dcterms:W3CDTF">2026-10-22T01:27:57Z</dcterms:created>
  <dcterms:modified xsi:type="dcterms:W3CDTF">2026-10-22T01:27:57Z</dcterms:modified>
</cp:coreProperties>
</file>