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1f108cc0-ca79-7db1-5846-7e0da6b6ab21}">
          <p14:sldIdLst>
            <p14:sldId id="256"/>
          </p14:sldIdLst>
        </p14:section>
        <p14:section name="Understanding" id="{d2d221c4-8ab5-f6e0-bdc7-9a6ebff0be0c}">
          <p14:sldIdLst>
            <p14:sldId id="257"/>
            <p14:sldId id="258"/>
          </p14:sldIdLst>
        </p14:section>
        <p14:section name="Approach" id="{60765752-587c-2fb4-1808-d429ca06abf0}">
          <p14:sldIdLst>
            <p14:sldId id="259"/>
          </p14:sldIdLst>
        </p14:section>
        <p14:section name="Proof" id="{d65c953a-8f5c-6169-69b9-95a736a01704}">
          <p14:sldIdLst>
            <p14:sldId id="260"/>
          </p14:sldIdLst>
        </p14:section>
        <p14:section name="Commercials" id="{34429158-726f-d5ac-bf7f-8ba6aeac10b9}">
          <p14:sldIdLst>
            <p14:sldId id="261"/>
          </p14:sldIdLst>
        </p14:section>
        <p14:section name="Close" id="{4e111b27-c058-be0f-6189-cf00161de4d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3E3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204618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E59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3E3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FDE59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45413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E59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9828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9828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3E3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DE59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45413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E59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SPARK PACKAGING™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DE59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recognize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FFDE5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E59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E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E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E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DE59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rk Packaging">
  <a:themeElements>
    <a:clrScheme name="Spark Packaging">
      <a:dk1>
        <a:srgbClr val="3E3E3E"/>
      </a:dk1>
      <a:lt1>
        <a:srgbClr val="FFFFFF"/>
      </a:lt1>
      <a:dk2>
        <a:srgbClr val="3B3527"/>
      </a:dk2>
      <a:lt2>
        <a:srgbClr val="FAF9F6"/>
      </a:lt2>
      <a:accent1>
        <a:srgbClr val="FFDE59"/>
      </a:accent1>
      <a:accent2>
        <a:srgbClr val="FFE98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Spark Packaging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Spark Packaging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Packaging template</dc:title>
  <dc:subject>PptxGenJS Presentation</dc:subject>
  <dc:creator>Spark Packaging</dc:creator>
  <cp:lastModifiedBy>Spark Packaging</cp:lastModifiedBy>
  <cp:revision>1</cp:revision>
  <dcterms:created xsi:type="dcterms:W3CDTF">2026-10-22T15:25:25Z</dcterms:created>
  <dcterms:modified xsi:type="dcterms:W3CDTF">2026-10-22T15:25:25Z</dcterms:modified>
</cp:coreProperties>
</file>