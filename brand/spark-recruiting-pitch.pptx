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8a778b4-a9d6-bac1-de54-2a77ce021ef8}">
          <p14:sldIdLst>
            <p14:sldId id="256"/>
          </p14:sldIdLst>
        </p14:section>
        <p14:section name="Who" id="{6027fc9c-501c-d4f8-6f57-2d89b29521e7}">
          <p14:sldIdLst>
            <p14:sldId id="257"/>
            <p14:sldId id="258"/>
          </p14:sldIdLst>
        </p14:section>
        <p14:section name="Role" id="{f994078e-9387-54dc-0ae8-b5b97e917dd2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103120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FC80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868680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D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C80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18872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COME BUILD WITH US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[Role] · [Location]. Replace with the one sentence that would make the right person keep reading.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COMPANIES®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Seven brands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Staffing, search, packaging, IT and creative under one roof.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Since 2013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Spark Talent came first. The portfolio formed in 2023.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Inc. 5000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Named to America’s fastest-growing private companies.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By the numbers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n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Check these against Headcount before you present. Stale numbers are worse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C800"/>
                </a:solidFill>
              </a:rPr>
              <a:t>THE ROLE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WHAT YOU WOULD DO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job, honestly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work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they will actually spend Tuesday doing.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hard part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it. Candidates trust a pitch that admits one.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good looks like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How success is measured in the first ninety days.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C800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Finish with the next step and the name of the person they will actually speak to.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template</dc:title>
  <dc:subject>PptxGenJS Presentation</dc:subject>
  <dc:creator>Spark Companies</dc:creator>
  <cp:lastModifiedBy>Spark Companies</cp:lastModifiedBy>
  <cp:revision>1</cp:revision>
  <dcterms:created xsi:type="dcterms:W3CDTF">2026-10-22T01:05:56Z</dcterms:created>
  <dcterms:modified xsi:type="dcterms:W3CDTF">2026-10-22T01:05:56Z</dcterms:modified>
</cp:coreProperties>
</file>