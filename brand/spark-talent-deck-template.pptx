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9da88b8-3103-9a5a-93f8-c68a32d9018f}">
          <p14:sldIdLst>
            <p14:sldId id="256"/>
          </p14:sldIdLst>
        </p14:section>
        <p14:section name="Divider" id="{2a10a7af-a16b-5eac-3dc9-3cf767dc0cda}">
          <p14:sldIdLst>
            <p14:sldId id="257"/>
          </p14:sldIdLst>
        </p14:section>
        <p14:section name="Content" id="{40f7654e-aa28-19bb-c76c-d3d2c67fdb72}">
          <p14:sldIdLst>
            <p14:sldId id="258"/>
          </p14:sldIdLst>
        </p14:section>
        <p14:section name="Numbers" id="{bf2a0c5c-2c82-2c6e-cb2d-8ea94beb0f43}">
          <p14:sldIdLst>
            <p14:sldId id="259"/>
          </p14:sldIdLst>
        </p14:section>
        <p14:section name="Close" id="{cbe019eb-2cad-9da3-448e-2a865ef192b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1193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CD20E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CD20E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TALENT ACQUISITION™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CD20E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CD20E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template</dc:title>
  <dc:subject>PptxGenJS Presentation</dc:subject>
  <dc:creator>Spark Talent Acquisition</dc:creator>
  <cp:lastModifiedBy>Spark Talent Acquisition</cp:lastModifiedBy>
  <cp:revision>1</cp:revision>
  <dcterms:created xsi:type="dcterms:W3CDTF">2026-10-22T01:27:54Z</dcterms:created>
  <dcterms:modified xsi:type="dcterms:W3CDTF">2026-10-22T01:27:54Z</dcterms:modified>
</cp:coreProperties>
</file>