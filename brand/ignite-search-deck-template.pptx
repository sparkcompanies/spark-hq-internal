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a48ef490-0d50-d653-6eee-0bd7503327f5}">
          <p14:sldIdLst>
            <p14:sldId id="256"/>
          </p14:sldIdLst>
        </p14:section>
        <p14:section name="Divider" id="{7aa16a99-ebbc-f5a5-a4dc-484e67978587}">
          <p14:sldIdLst>
            <p14:sldId id="257"/>
          </p14:sldIdLst>
        </p14:section>
        <p14:section name="Content" id="{6a4026ee-2120-0be6-d951-37d1f62505cc}">
          <p14:sldIdLst>
            <p14:sldId id="258"/>
          </p14:sldIdLst>
        </p14:section>
        <p14:section name="Numbers" id="{eeb358d4-75aa-72e3-a94b-46e48b336cf5}">
          <p14:sldIdLst>
            <p14:sldId id="259"/>
          </p14:sldIdLst>
        </p14:section>
        <p14:section name="Close" id="{4d17ae4c-6933-2d59-1992-6e3893dcae57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Keep the title to one line where you can - Bebas is wide.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divider between topics in a long deck. Short decks rarely need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Three-card row. The motif across this template is the accent circle - reuse it, not accent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slide. Bebas is built for big numbers - this is where it earns its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Replace the body with the actual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92731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2D416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2D41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REPLACE WITH YOUR TITLE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One line on what this is and who it is for.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IGNITE SEARCH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2D416"/>
                </a:solidFill>
              </a:rPr>
              <a:t>SECTION 01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WHERE WE ARE</a:t>
            </a:r>
            <a:endParaRPr lang="en-US" sz="5600" dirty="0"/>
          </a:p>
        </p:txBody>
      </p:sp>
      <p:sp>
        <p:nvSpPr>
          <p:cNvPr id="5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 content slide with three cards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the thing in a sentence. Keep each card to two lines so the row stays even.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two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Swap this copy out. The cards are plain shapes, so you can delete one and widen the rest.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three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If a card needs more than two lines, it probably wants its own slide.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Delete a card and widen the others rather than leaving a gap.</a:t>
            </a:r>
            <a:endParaRPr lang="en-US" sz="1200" dirty="0"/>
          </a:p>
        </p:txBody>
      </p:sp>
      <p:sp>
        <p:nvSpPr>
          <p:cNvPr id="20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numbers that matter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ON PAYROLL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BRANDS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STATES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SINCE</a:t>
            </a:r>
            <a:endParaRPr lang="en-US" sz="1200" dirty="0"/>
          </a:p>
        </p:txBody>
      </p:sp>
      <p:sp>
        <p:nvSpPr>
          <p:cNvPr id="11" name="stat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Pull the real figures from the Charge Report or Headcount before you present this.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2D416"/>
                </a:solidFill>
              </a:rPr>
              <a:t>JUST WATCH US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Close on the ask, not a thank-you. What do you want them to do next?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gnite Search">
  <a:themeElements>
    <a:clrScheme name="Ignite Search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2D416"/>
      </a:accent1>
      <a:accent2>
        <a:srgbClr val="FFE94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Ignite Search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Ignite 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Search template</dc:title>
  <dc:subject>PptxGenJS Presentation</dc:subject>
  <dc:creator>Ignite Search</dc:creator>
  <cp:lastModifiedBy>Ignite Search</cp:lastModifiedBy>
  <cp:revision>1</cp:revision>
  <dcterms:created xsi:type="dcterms:W3CDTF">2026-10-22T01:27:55Z</dcterms:created>
  <dcterms:modified xsi:type="dcterms:W3CDTF">2026-10-22T01:27:55Z</dcterms:modified>
</cp:coreProperties>
</file>