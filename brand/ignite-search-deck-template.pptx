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78359f5-528a-6234-5529-7a8bc3344722}">
          <p14:sldIdLst>
            <p14:sldId id="256"/>
          </p14:sldIdLst>
        </p14:section>
        <p14:section name="Divider" id="{086a098a-0f72-771b-1592-e1e5b4e4bc69}">
          <p14:sldIdLst>
            <p14:sldId id="257"/>
          </p14:sldIdLst>
        </p14:section>
        <p14:section name="Content" id="{324667da-d6de-88a5-453c-d83da31ef09b}">
          <p14:sldIdLst>
            <p14:sldId id="258"/>
          </p14:sldIdLst>
        </p14:section>
        <p14:section name="Numbers" id="{61e54c83-9c1d-3c2f-f4c8-5983f9d9e5e7}">
          <p14:sldIdLst>
            <p14:sldId id="259"/>
          </p14:sldIdLst>
        </p14:section>
        <p14:section name="Close" id="{1eaee87f-0fc7-6088-ca9a-68396e531539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Keep the title to one line where you can - Bebas is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divider between topics in a long deck. Short decks rarely need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Three-card row. The motif across this template is the accent circle - reuse it, not accent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slide. Bebas is built for big numbers - this is where it earns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the body with the actual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306117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2D216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3021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ignite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5097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ignite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50976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2D216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30210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REPLACE WITH YOUR TITLE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One line on what this is and who it is for.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IGNITE SEARCH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D216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WHERE WE ARE</a:t>
            </a:r>
            <a:endParaRPr lang="en-US" sz="56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 content slide with three cards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thing in a sentence. Keep each card to two lines so the row stays even.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two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Swap this copy out. The cards are plain shapes, so you can delete one and widen the rest.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three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If a card needs more than two lines, it probably wants its own slide.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Delete a card and widen the others rather than leaving a gap.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numbers that matter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stat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 real figures from the Charge Report or Headcount before you present this.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2D216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Close on the ask, not a thank-you. What do you want them to do next?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gnite Search">
  <a:themeElements>
    <a:clrScheme name="Ignite Search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2D216"/>
      </a:accent1>
      <a:accent2>
        <a:srgbClr val="FFE94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Ignite Search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Ignite 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Ignite Search template</dc:title>
  <dc:subject>PptxGenJS Presentation</dc:subject>
  <dc:creator>Ignite Search</dc:creator>
  <cp:lastModifiedBy>Ignite Search</cp:lastModifiedBy>
  <cp:revision>1</cp:revision>
  <dcterms:created xsi:type="dcterms:W3CDTF">2026-10-22T02:03:01Z</dcterms:created>
  <dcterms:modified xsi:type="dcterms:W3CDTF">2026-10-22T02:03:01Z</dcterms:modified>
</cp:coreProperties>
</file>