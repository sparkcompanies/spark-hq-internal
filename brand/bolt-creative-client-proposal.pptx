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b7ea4a55-823b-a47e-49a8-61f054d8cde8}">
          <p14:sldIdLst>
            <p14:sldId id="256"/>
          </p14:sldIdLst>
        </p14:section>
        <p14:section name="Understanding" id="{50923cb0-f46c-14a2-3dac-784c074b8fe4}">
          <p14:sldIdLst>
            <p14:sldId id="257"/>
            <p14:sldId id="258"/>
          </p14:sldIdLst>
        </p14:section>
        <p14:section name="Approach" id="{66965321-75f6-2c76-0461-f5f0de66e630}">
          <p14:sldIdLst>
            <p14:sldId id="259"/>
          </p14:sldIdLst>
        </p14:section>
        <p14:section name="Proof" id="{55a93d2b-5a9c-4796-5b57-61b459105324}">
          <p14:sldIdLst>
            <p14:sldId id="260"/>
          </p14:sldIdLst>
        </p14:section>
        <p14:section name="Commercials" id="{d9a07376-a590-6b9b-c5c4-b5db71d418a6}">
          <p14:sldIdLst>
            <p14:sldId id="261"/>
          </p14:sldIdLst>
        </p14:section>
        <p14:section name="Close" id="{4be77963-443c-5254-e525-857d75f8867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D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bolt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667512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6FF3D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D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C6FF3D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bolt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376733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6FF3D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bolt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275234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bolt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275234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D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C6FF3D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bolt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376733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6FF3D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BOLT CREATIVE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6FF3D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recognize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C6FF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C6FF3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C6FF3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C6FF3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C6FF3D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E1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C6FF3D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lt Creative">
  <a:themeElements>
    <a:clrScheme name="Bolt Creative">
      <a:dk1>
        <a:srgbClr val="0D0E1A"/>
      </a:dk1>
      <a:lt1>
        <a:srgbClr val="FFFFFF"/>
      </a:lt1>
      <a:dk2>
        <a:srgbClr val="3B3527"/>
      </a:dk2>
      <a:lt2>
        <a:srgbClr val="FAF9F6"/>
      </a:lt2>
      <a:accent1>
        <a:srgbClr val="C6FF3D"/>
      </a:accent1>
      <a:accent2>
        <a:srgbClr val="DCFF84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Bolt Creative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Bolt Creative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Bolt Creative template</dc:title>
  <dc:subject>PptxGenJS Presentation</dc:subject>
  <dc:creator>Bolt Creative</dc:creator>
  <cp:lastModifiedBy>Bolt Creative</cp:lastModifiedBy>
  <cp:revision>1</cp:revision>
  <dcterms:created xsi:type="dcterms:W3CDTF">2026-10-22T15:25:27Z</dcterms:created>
  <dcterms:modified xsi:type="dcterms:W3CDTF">2026-10-22T15:25:27Z</dcterms:modified>
</cp:coreProperties>
</file>