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71763371-6a64-837d-550c-f43c8268bd73}">
          <p14:sldIdLst>
            <p14:sldId id="256"/>
          </p14:sldIdLst>
        </p14:section>
        <p14:section name="Understanding" id="{b5e60b61-53b8-9fd8-2652-de7adac5b54c}">
          <p14:sldIdLst>
            <p14:sldId id="257"/>
            <p14:sldId id="258"/>
          </p14:sldIdLst>
        </p14:section>
        <p14:section name="Approach" id="{d7f18ba8-d47f-43bc-3669-f7f98f0d63dc}">
          <p14:sldIdLst>
            <p14:sldId id="259"/>
          </p14:sldIdLst>
        </p14:section>
        <p14:section name="Proof" id="{b9e02fd9-0e04-4811-dd1e-53242f4aa30d}">
          <p14:sldIdLst>
            <p14:sldId id="260"/>
          </p14:sldIdLst>
        </p14:section>
        <p14:section name="Commercials" id="{ab5e62e0-75e9-9ce7-78d9-cc90521ab2be}">
          <p14:sldIdLst>
            <p14:sldId id="261"/>
          </p14:sldIdLst>
        </p14:section>
        <p14:section name="Close" id="{a4c8b438-7248-3263-2926-2b56a517ed20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client, not yourself. The title slide is about their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bol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667512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6FF3D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C6FF3D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bol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376733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bolt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275234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bolt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275234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C6FF3D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bol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376733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6FF3D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CLIENT NAME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A staffing partnership proposal. Replace this line with the one thing they asked you to solve.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BOLT CREATIVE  ·  PREPARED FOR [NAME], [DATE]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6FF3D"/>
                </a:solidFill>
              </a:rPr>
              <a:t>WHAT WE HEARD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YOUR SITUATION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you told us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it back in their words. If they do not recognise it, the rest of the deck does not land.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is costing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Overtime, missed ship dates, agency spend. Use their numbers, not ours.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you have tried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Shows you listened, and stops us pitching what already failed.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Everything after this slide has to answer what is on it.</a:t>
            </a:r>
            <a:endParaRPr lang="en-US" sz="1200" dirty="0"/>
          </a:p>
        </p:txBody>
      </p:sp>
      <p:sp>
        <p:nvSpPr>
          <p:cNvPr id="19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How we would run it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Intake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Who we talk to, what we need from you, how long it takes.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3445002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3701034" y="1965960"/>
            <a:ext cx="365760" cy="36576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0103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01034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Sourcing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01034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Where the candidates come from and why that pool fits.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6231636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6487668" y="1965960"/>
            <a:ext cx="365760" cy="36576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8766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87668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Screening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87668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What we check before anyone reaches your inbox.</a:t>
            </a:r>
            <a:endParaRPr lang="en-US" sz="1250" dirty="0"/>
          </a:p>
        </p:txBody>
      </p:sp>
      <p:sp>
        <p:nvSpPr>
          <p:cNvPr id="18" name="card4"/>
          <p:cNvSpPr/>
          <p:nvPr/>
        </p:nvSpPr>
        <p:spPr>
          <a:xfrm>
            <a:off x="9018270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9" name="dot4"/>
          <p:cNvSpPr/>
          <p:nvPr/>
        </p:nvSpPr>
        <p:spPr>
          <a:xfrm>
            <a:off x="9274302" y="1965960"/>
            <a:ext cx="365760" cy="36576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7430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274302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Onboarding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74302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Day one, compliance, and who owns it.</a:t>
            </a:r>
            <a:endParaRPr lang="en-US" sz="1250" dirty="0"/>
          </a:p>
        </p:txBody>
      </p:sp>
      <p:sp>
        <p:nvSpPr>
          <p:cNvPr id="2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that has looked like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DAYS TO FIRST SLATE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FILL RATE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PLACED IN 12 MONTHS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STILL THERE AT 6 MONTHS</a:t>
            </a:r>
            <a:endParaRPr lang="en-US" sz="1200" dirty="0"/>
          </a:p>
        </p:txBody>
      </p:sp>
      <p:sp>
        <p:nvSpPr>
          <p:cNvPr id="11" name="proof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Use figures you can stand behind for a comparable account. Vague numbers do more harm than none.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it costs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37360"/>
          <a:ext cx="10872216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831336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Service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Basis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Rate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Contract staffing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Hourly bill rate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0.0x markup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Contract to hire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Converts after [N] days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Conversion fee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Direct hire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% of first-year salary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Swap in the agreed commercial terms before this goes anywhere near a client.</a:t>
            </a:r>
            <a:endParaRPr lang="en-US" sz="1200" dirty="0"/>
          </a:p>
        </p:txBody>
      </p:sp>
      <p:sp>
        <p:nvSpPr>
          <p:cNvPr id="5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C6FF3D"/>
                </a:solidFill>
              </a:rPr>
              <a:t>WHAT HAPPENS NEXT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End on a dated, specific next step with a name against it. Not “let us know”.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lt Creative">
  <a:themeElements>
    <a:clrScheme name="Bolt Creative">
      <a:dk1>
        <a:srgbClr val="0D0E1A"/>
      </a:dk1>
      <a:lt1>
        <a:srgbClr val="FFFFFF"/>
      </a:lt1>
      <a:dk2>
        <a:srgbClr val="3B3527"/>
      </a:dk2>
      <a:lt2>
        <a:srgbClr val="FAF9F6"/>
      </a:lt2>
      <a:accent1>
        <a:srgbClr val="C6FF3D"/>
      </a:accent1>
      <a:accent2>
        <a:srgbClr val="DCFF84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Bolt Creative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Bolt Creative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Bolt Creative template</dc:title>
  <dc:subject>PptxGenJS Presentation</dc:subject>
  <dc:creator>Bolt Creative</dc:creator>
  <cp:lastModifiedBy>Bolt Creative</cp:lastModifiedBy>
  <cp:revision>1</cp:revision>
  <dcterms:created xsi:type="dcterms:W3CDTF">2026-10-22T01:27:58Z</dcterms:created>
  <dcterms:modified xsi:type="dcterms:W3CDTF">2026-10-22T01:27:58Z</dcterms:modified>
</cp:coreProperties>
</file>