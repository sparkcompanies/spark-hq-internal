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leave-behind, not a brochure. One page, one brand, one contact. If you need two pages, it is a proposal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75488"/>
            <a:ext cx="1623974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188720"/>
            <a:ext cx="6638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line on what this brand does and who for.]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2057400"/>
            <a:ext cx="7772400" cy="64008"/>
          </a:xfrm>
          <a:prstGeom prst="rect">
            <a:avLst/>
          </a:prstGeom>
          <a:solidFill>
            <a:srgbClr val="F2D216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2377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7" name="card1"/>
          <p:cNvSpPr/>
          <p:nvPr/>
        </p:nvSpPr>
        <p:spPr>
          <a:xfrm>
            <a:off x="566928" y="2724912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999232"/>
            <a:ext cx="310896" cy="310896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25296" y="288036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one]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25296" y="3145536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sentence a client would recognise, not a category name.]</a:t>
            </a:r>
            <a:endParaRPr lang="en-US" sz="1150" dirty="0"/>
          </a:p>
        </p:txBody>
      </p:sp>
      <p:sp>
        <p:nvSpPr>
          <p:cNvPr id="12" name="card2"/>
          <p:cNvSpPr/>
          <p:nvPr/>
        </p:nvSpPr>
        <p:spPr>
          <a:xfrm>
            <a:off x="566928" y="3712464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" y="3986784"/>
            <a:ext cx="310896" cy="310896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25296" y="386791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two]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4133088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[What it is and when it is the right call.]</a:t>
            </a:r>
            <a:endParaRPr lang="en-US" sz="1150" dirty="0"/>
          </a:p>
        </p:txBody>
      </p:sp>
      <p:sp>
        <p:nvSpPr>
          <p:cNvPr id="17" name="card3"/>
          <p:cNvSpPr/>
          <p:nvPr/>
        </p:nvSpPr>
        <p:spPr>
          <a:xfrm>
            <a:off x="566928" y="4700016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" y="4974336"/>
            <a:ext cx="310896" cy="310896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25296" y="4855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three]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120640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[Keep each card to two lines so the row stays even.]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5806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566928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PAYROLL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226564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2226564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BRANDS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886200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3886200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STATES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545836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545836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SINCE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6967728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4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these against Headcount before you hand this to anyone.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" y="736092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WE WORK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7680960"/>
            <a:ext cx="6638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[Roles, industries and geography. Be specific - a list of everything reads as a list of nothing.]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0" y="8549640"/>
            <a:ext cx="7772400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8778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2D21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" y="9052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[Name, title]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9326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[email]   ·   [phone]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25312" y="9281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#JWU</a:t>
            </a:r>
            <a:endParaRPr lang="en-US" sz="2600" dirty="0"/>
          </a:p>
        </p:txBody>
      </p:sp>
      <p:sp>
        <p:nvSpPr>
          <p:cNvPr id="39" name="Shape 36"/>
          <p:cNvSpPr/>
          <p:nvPr/>
        </p:nvSpPr>
        <p:spPr>
          <a:xfrm>
            <a:off x="0" y="9966960"/>
            <a:ext cx="7772400" cy="91440"/>
          </a:xfrm>
          <a:prstGeom prst="rect">
            <a:avLst/>
          </a:prstGeom>
          <a:solidFill>
            <a:srgbClr val="F2D216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Ignite Search">
  <a:themeElements>
    <a:clrScheme name="Ignite Search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2D216"/>
      </a:accent1>
      <a:accent2>
        <a:srgbClr val="FFE94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E3E3E"/>
      </a:accent6>
      <a:hlink>
        <a:srgbClr val="7A5D00"/>
      </a:hlink>
      <a:folHlink>
        <a:srgbClr val="9A9486"/>
      </a:folHlink>
    </a:clrScheme>
    <a:fontScheme name="Ignite Search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Ignite 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Search capability sheet</dc:title>
  <dc:subject>PptxGenJS Presentation</dc:subject>
  <dc:creator>Ignite Search</dc:creator>
  <cp:lastModifiedBy>Ignite Search</cp:lastModifiedBy>
  <cp:revision>1</cp:revision>
  <dcterms:created xsi:type="dcterms:W3CDTF">2026-10-22T10:50:34Z</dcterms:created>
  <dcterms:modified xsi:type="dcterms:W3CDTF">2026-10-22T10:50:34Z</dcterms:modified>
</cp:coreProperties>
</file>