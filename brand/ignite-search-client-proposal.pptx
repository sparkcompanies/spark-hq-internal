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accd3ff9-b900-af93-9095-5c89723a1baf}">
          <p14:sldIdLst>
            <p14:sldId id="256"/>
          </p14:sldIdLst>
        </p14:section>
        <p14:section name="Understanding" id="{6f97a5f3-4f06-9fb6-fd58-3994e4f63217}">
          <p14:sldIdLst>
            <p14:sldId id="257"/>
            <p14:sldId id="258"/>
          </p14:sldIdLst>
        </p14:section>
        <p14:section name="Approach" id="{a95e6332-c8c0-751a-6f84-581f15c29737}">
          <p14:sldIdLst>
            <p14:sldId id="259"/>
          </p14:sldIdLst>
        </p14:section>
        <p14:section name="Proof" id="{b2aad9e9-4b1c-e419-2fcd-41f2ac3245e6}">
          <p14:sldIdLst>
            <p14:sldId id="260"/>
          </p14:sldIdLst>
        </p14:section>
        <p14:section name="Commercials" id="{478fba62-96d8-3bc9-6e36-29c1353d2dfe}">
          <p14:sldIdLst>
            <p14:sldId id="261"/>
          </p14:sldIdLst>
        </p14:section>
        <p14:section name="Close" id="{f91767a3-3f69-bb8c-1c28-fb60f2b644b6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306117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216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2D216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302106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216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50976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50976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2D21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302106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21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IGNITE SEARCH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2D216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recognize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2D21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2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2D216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gnite Search">
  <a:themeElements>
    <a:clrScheme name="Ignite Search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2D216"/>
      </a:accent1>
      <a:accent2>
        <a:srgbClr val="FFE94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Ignite Search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Ignite 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Search template</dc:title>
  <dc:subject>PptxGenJS Presentation</dc:subject>
  <dc:creator>Ignite Search</dc:creator>
  <cp:lastModifiedBy>Ignite Search</cp:lastModifiedBy>
  <cp:revision>1</cp:revision>
  <dcterms:created xsi:type="dcterms:W3CDTF">2026-10-22T15:25:20Z</dcterms:created>
  <dcterms:modified xsi:type="dcterms:W3CDTF">2026-10-22T15:25:20Z</dcterms:modified>
</cp:coreProperties>
</file>