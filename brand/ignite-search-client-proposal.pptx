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0a3be3cf-1b81-cb2c-2a27-b9142be370c2}">
          <p14:sldIdLst>
            <p14:sldId id="256"/>
          </p14:sldIdLst>
        </p14:section>
        <p14:section name="Understanding" id="{63f71878-039e-6083-678b-214993daa51b}">
          <p14:sldIdLst>
            <p14:sldId id="257"/>
            <p14:sldId id="258"/>
          </p14:sldIdLst>
        </p14:section>
        <p14:section name="Approach" id="{2a476e31-1ac2-fb77-f2a0-131879a5c649}">
          <p14:sldIdLst>
            <p14:sldId id="259"/>
          </p14:sldIdLst>
        </p14:section>
        <p14:section name="Proof" id="{c452438b-273e-04a7-97dd-2849476d233c}">
          <p14:sldIdLst>
            <p14:sldId id="260"/>
          </p14:sldIdLst>
        </p14:section>
        <p14:section name="Commercials" id="{75012001-2c28-7e73-3f9f-8e1157de11a2}">
          <p14:sldIdLst>
            <p14:sldId id="261"/>
          </p14:sldIdLst>
        </p14:section>
        <p14:section name="Close" id="{7cfd6227-257e-cd2a-fabc-34735c52097e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client, not yourself. The title slide is about their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306117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2D21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2D216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3021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2D216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ignite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5097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ignite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5097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2D216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3021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2D21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CLIENT NAME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A staffing partnership proposal. Replace this line with the one thing they asked you to solve.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IGNITE SEARCH  ·  PREPARED FOR [NAME],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D216"/>
                </a:solidFill>
              </a:rPr>
              <a:t>WHAT WE HEARD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YOUR SITUATION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you told us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 back in their words. If they do not recognise it, the rest of the deck does not land.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is costing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Overtime, missed ship dates, agency spend. Use their numbers, not ours.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have tried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Shows you listened, and stops us pitching what already failed.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Everything after this slide has to answer what is on it.</a:t>
            </a:r>
            <a:endParaRPr lang="en-US" sz="1200" dirty="0"/>
          </a:p>
        </p:txBody>
      </p:sp>
      <p:sp>
        <p:nvSpPr>
          <p:cNvPr id="19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How we would run it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Intake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Who we talk to, what we need from you, how long it takes.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3445002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3701034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103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01034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Sourcing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01034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Where the candidates come from and why that pool fits.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6231636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6487668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766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87668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87668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we check before anyone reaches your inbox.</a:t>
            </a:r>
            <a:endParaRPr lang="en-US" sz="1250" dirty="0"/>
          </a:p>
        </p:txBody>
      </p:sp>
      <p:sp>
        <p:nvSpPr>
          <p:cNvPr id="18" name="card4"/>
          <p:cNvSpPr/>
          <p:nvPr/>
        </p:nvSpPr>
        <p:spPr>
          <a:xfrm>
            <a:off x="9018270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9" name="dot4"/>
          <p:cNvSpPr/>
          <p:nvPr/>
        </p:nvSpPr>
        <p:spPr>
          <a:xfrm>
            <a:off x="9274302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7430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74302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74302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Day one, compliance, and who owns it.</a:t>
            </a:r>
            <a:endParaRPr lang="en-US" sz="1250" dirty="0"/>
          </a:p>
        </p:txBody>
      </p:sp>
      <p:sp>
        <p:nvSpPr>
          <p:cNvPr id="2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that has looked like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TO FIRST SLATE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FILL RATE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PLACED IN 12 MONTHS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STILL THERE AT 6 MONTHS</a:t>
            </a:r>
            <a:endParaRPr lang="en-US" sz="1200" dirty="0"/>
          </a:p>
        </p:txBody>
      </p:sp>
      <p:sp>
        <p:nvSpPr>
          <p:cNvPr id="11" name="proof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Use figures you can stand behind for a comparable account. Vague numbers do more harm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it costs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831336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Service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staffing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Hourly bill 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0.0x markup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to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Converts after [N] days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Conversion fee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Direct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% of first-year salary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Swap in the agreed commercial terms before this goes anywhere near a client.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2D216"/>
                </a:solidFill>
              </a:rPr>
              <a:t>WHAT HAPPENS NEXT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End on a dated, specific next step with a name against it. Not “let us know”.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gnite Search">
  <a:themeElements>
    <a:clrScheme name="Ignite Search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2D216"/>
      </a:accent1>
      <a:accent2>
        <a:srgbClr val="FFE94F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Ignite Search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Ignite 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Ignite Search template</dc:title>
  <dc:subject>PptxGenJS Presentation</dc:subject>
  <dc:creator>Ignite Search</dc:creator>
  <cp:lastModifiedBy>Ignite Search</cp:lastModifiedBy>
  <cp:revision>1</cp:revision>
  <dcterms:created xsi:type="dcterms:W3CDTF">2026-10-22T02:03:01Z</dcterms:created>
  <dcterms:modified xsi:type="dcterms:W3CDTF">2026-10-22T02:03:01Z</dcterms:modified>
</cp:coreProperties>
</file>