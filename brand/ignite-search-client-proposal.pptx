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4b2ff090-df09-cc5b-6223-d8ecfb25cb8f}">
          <p14:sldIdLst>
            <p14:sldId id="256"/>
          </p14:sldIdLst>
        </p14:section>
        <p14:section name="Understanding" id="{38294a7e-852d-8b7e-f903-6e72d5f1231c}">
          <p14:sldIdLst>
            <p14:sldId id="257"/>
            <p14:sldId id="258"/>
          </p14:sldIdLst>
        </p14:section>
        <p14:section name="Approach" id="{55253ba8-5fd1-3edb-3074-b46371ab5d64}">
          <p14:sldIdLst>
            <p14:sldId id="259"/>
          </p14:sldIdLst>
        </p14:section>
        <p14:section name="Proof" id="{c6784555-8115-d90a-2209-9b7a060305be}">
          <p14:sldIdLst>
            <p14:sldId id="260"/>
          </p14:sldIdLst>
        </p14:section>
        <p14:section name="Commercials" id="{ec51db70-c9ed-67d9-2d84-6a9476e73bda}">
          <p14:sldIdLst>
            <p14:sldId id="261"/>
          </p14:sldIdLst>
        </p14:section>
        <p14:section name="Close" id="{4b8cd9c8-72cf-81ed-99f3-5e181a7585e8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client, not yourself. The title slide is about their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92731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F2D416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ignite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904342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2D416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ignite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238098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2D416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CLIENT NAME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A staffing partnership proposal. Replace this line with the one thing they asked you to solve.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IGNITE SEARCH  ·  PREPARED FOR [NAME], [DATE]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2D416"/>
                </a:solidFill>
              </a:rPr>
              <a:t>WHAT WE HEARD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YOUR SITUATION</a:t>
            </a:r>
            <a:endParaRPr lang="en-US" sz="5600" dirty="0"/>
          </a:p>
        </p:txBody>
      </p:sp>
      <p:sp>
        <p:nvSpPr>
          <p:cNvPr id="4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you told us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problem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it back in their words. If they do not recognise it, the rest of the deck does not land.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it is costing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Overtime, missed ship dates, agency spend. Use their numbers, not ours.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 you have tried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Shows you listened, and stops us pitching what already failed.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Everything after this slide has to answer what is on it.</a:t>
            </a:r>
            <a:endParaRPr lang="en-US" sz="1200" dirty="0"/>
          </a:p>
        </p:txBody>
      </p:sp>
      <p:sp>
        <p:nvSpPr>
          <p:cNvPr id="19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How we would run it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Intake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Who we talk to, what we need from you, how long it takes.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3445002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3701034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70103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1034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Sourcing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701034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Where the candidates come from and why that pool fits.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6231636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6487668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87668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87668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Screening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87668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What we check before anyone reaches your inbox.</a:t>
            </a:r>
            <a:endParaRPr lang="en-US" sz="1250" dirty="0"/>
          </a:p>
        </p:txBody>
      </p:sp>
      <p:sp>
        <p:nvSpPr>
          <p:cNvPr id="18" name="card4"/>
          <p:cNvSpPr/>
          <p:nvPr/>
        </p:nvSpPr>
        <p:spPr>
          <a:xfrm>
            <a:off x="9018270" y="1691640"/>
            <a:ext cx="2512314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9" name="dot4"/>
          <p:cNvSpPr/>
          <p:nvPr/>
        </p:nvSpPr>
        <p:spPr>
          <a:xfrm>
            <a:off x="9274302" y="1965960"/>
            <a:ext cx="365760" cy="365760"/>
          </a:xfrm>
          <a:prstGeom prst="ellipse">
            <a:avLst/>
          </a:prstGeom>
          <a:solidFill>
            <a:srgbClr val="F2D41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7430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74302" y="2459736"/>
            <a:ext cx="20002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Onboarding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74302" y="2825496"/>
            <a:ext cx="20002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Day one, compliance, and who owns it.</a:t>
            </a:r>
            <a:endParaRPr lang="en-US" sz="1250" dirty="0"/>
          </a:p>
        </p:txBody>
      </p:sp>
      <p:sp>
        <p:nvSpPr>
          <p:cNvPr id="2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that has looked like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DAYS TO FIRST SLATE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FILL RATE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PLACED IN 12 MONTHS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F2D416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00%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STILL THERE AT 6 MONTHS</a:t>
            </a:r>
            <a:endParaRPr lang="en-US" sz="1200" dirty="0"/>
          </a:p>
        </p:txBody>
      </p:sp>
      <p:sp>
        <p:nvSpPr>
          <p:cNvPr id="11" name="proof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Use figures you can stand behind for a comparable account. Vague numbers do more harm than none.</a:t>
            </a:r>
            <a:endParaRPr lang="en-US" sz="1400" dirty="0"/>
          </a:p>
        </p:txBody>
      </p:sp>
      <p:sp>
        <p:nvSpPr>
          <p:cNvPr id="13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What it costs</a:t>
            </a:r>
            <a:endParaRPr lang="en-US" sz="4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737360"/>
          <a:ext cx="10872216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3831336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Service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Basis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staffing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Hourly bill rate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0.0x markup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Contract to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Converts after [N] days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Conversion fee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Direct hire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% of first-year salary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00%</a:t>
                      </a:r>
                      <a:endParaRPr lang="en-US" sz="14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E3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Swap in the agreed commercial terms before this goes anywhere near a client.</a:t>
            </a:r>
            <a:endParaRPr lang="en-US" sz="1200" dirty="0"/>
          </a:p>
        </p:txBody>
      </p:sp>
      <p:sp>
        <p:nvSpPr>
          <p:cNvPr id="5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F2D416"/>
                </a:solidFill>
              </a:rPr>
              <a:t>WHAT HAPPENS NEXT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End on a dated, specific next step with a name against it. Not “let us know”.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gnite Search">
  <a:themeElements>
    <a:clrScheme name="Ignite Search">
      <a:dk1>
        <a:srgbClr val="000000"/>
      </a:dk1>
      <a:lt1>
        <a:srgbClr val="FFFFFF"/>
      </a:lt1>
      <a:dk2>
        <a:srgbClr val="3B3527"/>
      </a:dk2>
      <a:lt2>
        <a:srgbClr val="FAF9F6"/>
      </a:lt2>
      <a:accent1>
        <a:srgbClr val="F2D416"/>
      </a:accent1>
      <a:accent2>
        <a:srgbClr val="FFE94F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Ignite Search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Ignite 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Ignite Search template</dc:title>
  <dc:subject>PptxGenJS Presentation</dc:subject>
  <dc:creator>Ignite Search</dc:creator>
  <cp:lastModifiedBy>Ignite Search</cp:lastModifiedBy>
  <cp:revision>1</cp:revision>
  <dcterms:created xsi:type="dcterms:W3CDTF">2026-10-22T01:27:55Z</dcterms:created>
  <dcterms:modified xsi:type="dcterms:W3CDTF">2026-10-22T01:27:55Z</dcterms:modified>
</cp:coreProperties>
</file>