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558138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FCD20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recognize,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CD2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park Talent Acquisition">
  <a:themeElements>
    <a:clrScheme name="Spark Talent Acquisition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CD20E"/>
      </a:accent1>
      <a:accent2>
        <a:srgbClr val="FFE04A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Spark Talent Acquisition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Spark Talent Acquisition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Talent Acquisition capability sheet</dc:title>
  <dc:subject>PptxGenJS Presentation</dc:subject>
  <dc:creator>Spark Talent Acquisition</dc:creator>
  <cp:lastModifiedBy>Spark Talent Acquisition</cp:lastModifiedBy>
  <cp:revision>1</cp:revision>
  <dcterms:created xsi:type="dcterms:W3CDTF">2026-10-22T15:25:20Z</dcterms:created>
  <dcterms:modified xsi:type="dcterms:W3CDTF">2026-10-22T15:25:20Z</dcterms:modified>
</cp:coreProperties>
</file>